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8" r:id="rId4"/>
  </p:sldMasterIdLst>
  <p:notesMasterIdLst>
    <p:notesMasterId r:id="rId27"/>
  </p:notesMasterIdLst>
  <p:handoutMasterIdLst>
    <p:handoutMasterId r:id="rId28"/>
  </p:handoutMasterIdLst>
  <p:sldIdLst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4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image" Target="../media/image3.jpe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1.jpe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2.jpeg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2.jpeg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2.jpeg"/><Relationship Id="rId2" Type="http://schemas.openxmlformats.org/officeDocument/2006/relationships/tags" Target="../tags/tag28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image" Target="../media/image2.jpeg"/><Relationship Id="rId2" Type="http://schemas.openxmlformats.org/officeDocument/2006/relationships/tags" Target="../tags/tag36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2.jpeg"/><Relationship Id="rId2" Type="http://schemas.openxmlformats.org/officeDocument/2006/relationships/tags" Target="../tags/tag44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image" Target="../media/image2.jpeg"/><Relationship Id="rId2" Type="http://schemas.openxmlformats.org/officeDocument/2006/relationships/tags" Target="../tags/tag5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2.jpe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1.jpeg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4" Type="http://schemas.openxmlformats.org/officeDocument/2006/relationships/tags" Target="../tags/tag77.xml"/><Relationship Id="rId3" Type="http://schemas.openxmlformats.org/officeDocument/2006/relationships/image" Target="../media/image3.jpeg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image" Target="../media/image1.jpeg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image" Target="../media/image2.jpeg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image" Target="../media/image2.jpeg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image" Target="../media/image2.jpeg"/><Relationship Id="rId2" Type="http://schemas.openxmlformats.org/officeDocument/2006/relationships/tags" Target="../tags/tag99.xml"/><Relationship Id="rId10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image" Target="../media/image2.jpeg"/><Relationship Id="rId2" Type="http://schemas.openxmlformats.org/officeDocument/2006/relationships/tags" Target="../tags/tag107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image" Target="../media/image2.jpeg"/><Relationship Id="rId2" Type="http://schemas.openxmlformats.org/officeDocument/2006/relationships/tags" Target="../tags/tag115.xml"/><Relationship Id="rId10" Type="http://schemas.openxmlformats.org/officeDocument/2006/relationships/tags" Target="../tags/tag122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image" Target="../media/image2.jpeg"/><Relationship Id="rId2" Type="http://schemas.openxmlformats.org/officeDocument/2006/relationships/tags" Target="../tags/tag12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image" Target="../media/image2.jpeg"/><Relationship Id="rId2" Type="http://schemas.openxmlformats.org/officeDocument/2006/relationships/tags" Target="../tags/tag133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407035" y="2943217"/>
            <a:ext cx="6273800" cy="906780"/>
          </a:xfrm>
          <a:noFill/>
          <a:ln>
            <a:noFill/>
          </a:ln>
        </p:spPr>
        <p:txBody>
          <a:bodyPr vert="horz" wrap="square" lIns="0" tIns="38100" rIns="63500" bIns="381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800" b="1" i="0" u="none" strike="noStrike" kern="1200" cap="none" spc="3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雅酷黑 95W" panose="00020600040101010101" charset="-122"/>
                <a:cs typeface="微软雅黑" panose="020B0503020204020204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3" name="副标题 2"/>
          <p:cNvSpPr/>
          <p:nvPr>
            <p:ph type="subTitle" idx="2" hasCustomPrompt="1"/>
            <p:custDataLst>
              <p:tags r:id="rId5"/>
            </p:custDataLst>
          </p:nvPr>
        </p:nvSpPr>
        <p:spPr>
          <a:xfrm>
            <a:off x="407035" y="1996119"/>
            <a:ext cx="6226908" cy="657299"/>
          </a:xfrm>
          <a:noFill/>
        </p:spPr>
        <p:txBody>
          <a:bodyPr vert="horz" wrap="square" lIns="0" tIns="0" rIns="82550" bIns="0" rtlCol="0" anchor="b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500" b="0" i="0" u="none" strike="noStrike" kern="1200" cap="none" spc="3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5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1987545" y="3004620"/>
            <a:ext cx="8216910" cy="1208154"/>
          </a:xfr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7200" b="0" i="0" u="none" strike="noStrike" kern="0" cap="none" spc="7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雅酷黑 95W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/>
          <p:nvPr>
            <p:ph type="title" idx="1" hasCustomPrompt="1"/>
            <p:custDataLst>
              <p:tags r:id="rId4"/>
            </p:custDataLst>
          </p:nvPr>
        </p:nvSpPr>
        <p:spPr>
          <a:xfrm>
            <a:off x="407035" y="2943217"/>
            <a:ext cx="6273800" cy="906780"/>
          </a:xfrm>
          <a:noFill/>
          <a:ln>
            <a:noFill/>
          </a:ln>
        </p:spPr>
        <p:txBody>
          <a:bodyPr vert="horz" wrap="square" lIns="0" tIns="38100" rIns="63500" bIns="381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800" b="1" i="0" u="none" strike="noStrike" kern="1200" cap="none" spc="3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雅酷黑 95W" panose="00020600040101010101" charset="-122"/>
                <a:cs typeface="汉仪雅酷黑 95W" panose="00020600040101010101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7" name="文本占位符 2"/>
          <p:cNvSpPr/>
          <p:nvPr>
            <p:ph type="body" idx="2" hasCustomPrompt="1"/>
            <p:custDataLst>
              <p:tags r:id="rId5"/>
            </p:custDataLst>
          </p:nvPr>
        </p:nvSpPr>
        <p:spPr>
          <a:xfrm>
            <a:off x="407035" y="1996119"/>
            <a:ext cx="6226908" cy="657299"/>
          </a:xfrm>
          <a:noFill/>
        </p:spPr>
        <p:txBody>
          <a:bodyPr vert="horz" wrap="square" lIns="0" tIns="0" rIns="82550" bIns="0" rtlCol="0" anchor="b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500" b="0" i="0" u="none" strike="noStrike" kern="1200" cap="none" spc="3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407035" y="2943217"/>
            <a:ext cx="6273800" cy="906780"/>
          </a:xfrm>
          <a:noFill/>
          <a:ln>
            <a:noFill/>
          </a:ln>
        </p:spPr>
        <p:txBody>
          <a:bodyPr vert="horz" wrap="square" lIns="0" tIns="38100" rIns="63500" bIns="381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800" b="1" i="0" u="none" strike="noStrike" kern="1200" cap="none" spc="3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雅酷黑 95W" panose="00020600040101010101" charset="-122"/>
                <a:cs typeface="微软雅黑" panose="020B0503020204020204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3" name="副标题 2"/>
          <p:cNvSpPr/>
          <p:nvPr>
            <p:ph type="subTitle" idx="2" hasCustomPrompt="1"/>
            <p:custDataLst>
              <p:tags r:id="rId5"/>
            </p:custDataLst>
          </p:nvPr>
        </p:nvSpPr>
        <p:spPr>
          <a:xfrm>
            <a:off x="407035" y="1996119"/>
            <a:ext cx="6226908" cy="657299"/>
          </a:xfrm>
          <a:noFill/>
        </p:spPr>
        <p:txBody>
          <a:bodyPr vert="horz" wrap="square" lIns="0" tIns="0" rIns="82550" bIns="0" rtlCol="0" anchor="b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500" b="0" i="0" u="none" strike="noStrike" kern="1200" cap="none" spc="3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5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1987545" y="3004620"/>
            <a:ext cx="8216910" cy="1208154"/>
          </a:xfr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7200" b="0" i="0" u="none" strike="noStrike" kern="0" cap="none" spc="7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雅酷黑 95W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/>
          <p:nvPr>
            <p:ph type="title" idx="1" hasCustomPrompt="1"/>
            <p:custDataLst>
              <p:tags r:id="rId4"/>
            </p:custDataLst>
          </p:nvPr>
        </p:nvSpPr>
        <p:spPr>
          <a:xfrm>
            <a:off x="407035" y="2943217"/>
            <a:ext cx="6273800" cy="906780"/>
          </a:xfrm>
          <a:noFill/>
          <a:ln>
            <a:noFill/>
          </a:ln>
        </p:spPr>
        <p:txBody>
          <a:bodyPr vert="horz" wrap="square" lIns="0" tIns="38100" rIns="63500" bIns="381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800" b="1" i="0" u="none" strike="noStrike" kern="1200" cap="none" spc="3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雅酷黑 95W" panose="00020600040101010101" charset="-122"/>
                <a:cs typeface="汉仪雅酷黑 95W" panose="00020600040101010101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7" name="文本占位符 2"/>
          <p:cNvSpPr/>
          <p:nvPr>
            <p:ph type="body" idx="2" hasCustomPrompt="1"/>
            <p:custDataLst>
              <p:tags r:id="rId5"/>
            </p:custDataLst>
          </p:nvPr>
        </p:nvSpPr>
        <p:spPr>
          <a:xfrm>
            <a:off x="407035" y="1996119"/>
            <a:ext cx="6226908" cy="657299"/>
          </a:xfrm>
          <a:noFill/>
        </p:spPr>
        <p:txBody>
          <a:bodyPr vert="horz" wrap="square" lIns="0" tIns="0" rIns="82550" bIns="0" rtlCol="0" anchor="b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500" b="0" i="0" u="none" strike="noStrike" kern="1200" cap="none" spc="3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雅酷黑 55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2" Type="http://schemas.openxmlformats.org/officeDocument/2006/relationships/theme" Target="../theme/theme2.xml"/><Relationship Id="rId21" Type="http://schemas.openxmlformats.org/officeDocument/2006/relationships/tags" Target="../tags/tag71.xml"/><Relationship Id="rId20" Type="http://schemas.openxmlformats.org/officeDocument/2006/relationships/tags" Target="../tags/tag70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6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2" Type="http://schemas.openxmlformats.org/officeDocument/2006/relationships/theme" Target="../theme/theme3.xml"/><Relationship Id="rId21" Type="http://schemas.openxmlformats.org/officeDocument/2006/relationships/tags" Target="../tags/tag142.xml"/><Relationship Id="rId20" Type="http://schemas.openxmlformats.org/officeDocument/2006/relationships/tags" Target="../tags/tag141.xml"/><Relationship Id="rId2" Type="http://schemas.openxmlformats.org/officeDocument/2006/relationships/slideLayout" Target="../slideLayouts/slideLayout30.xml"/><Relationship Id="rId19" Type="http://schemas.openxmlformats.org/officeDocument/2006/relationships/tags" Target="../tags/tag140.xml"/><Relationship Id="rId18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雅酷黑 5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雅酷黑 55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5" Type="http://schemas.openxmlformats.org/officeDocument/2006/relationships/slideLayout" Target="../slideLayouts/slideLayout17.xml"/><Relationship Id="rId24" Type="http://schemas.openxmlformats.org/officeDocument/2006/relationships/tags" Target="../tags/tag171.xml"/><Relationship Id="rId23" Type="http://schemas.openxmlformats.org/officeDocument/2006/relationships/tags" Target="../tags/tag170.xml"/><Relationship Id="rId22" Type="http://schemas.openxmlformats.org/officeDocument/2006/relationships/tags" Target="../tags/tag169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image" Target="../media/image2.jpeg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tags" Target="../tags/tag14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3" Type="http://schemas.openxmlformats.org/officeDocument/2006/relationships/slideLayout" Target="../slideLayouts/slideLayout17.xml"/><Relationship Id="rId72" Type="http://schemas.openxmlformats.org/officeDocument/2006/relationships/tags" Target="../tags/tag234.xml"/><Relationship Id="rId71" Type="http://schemas.openxmlformats.org/officeDocument/2006/relationships/tags" Target="../tags/tag233.xml"/><Relationship Id="rId70" Type="http://schemas.openxmlformats.org/officeDocument/2006/relationships/tags" Target="../tags/tag232.xml"/><Relationship Id="rId7" Type="http://schemas.openxmlformats.org/officeDocument/2006/relationships/tags" Target="../tags/tag177.xml"/><Relationship Id="rId69" Type="http://schemas.openxmlformats.org/officeDocument/2006/relationships/tags" Target="../tags/tag231.xml"/><Relationship Id="rId68" Type="http://schemas.openxmlformats.org/officeDocument/2006/relationships/tags" Target="../tags/tag230.xml"/><Relationship Id="rId67" Type="http://schemas.openxmlformats.org/officeDocument/2006/relationships/tags" Target="../tags/tag229.xml"/><Relationship Id="rId66" Type="http://schemas.openxmlformats.org/officeDocument/2006/relationships/tags" Target="../tags/tag228.xml"/><Relationship Id="rId65" Type="http://schemas.openxmlformats.org/officeDocument/2006/relationships/tags" Target="../tags/tag227.xml"/><Relationship Id="rId64" Type="http://schemas.openxmlformats.org/officeDocument/2006/relationships/tags" Target="../tags/tag226.xml"/><Relationship Id="rId63" Type="http://schemas.openxmlformats.org/officeDocument/2006/relationships/tags" Target="../tags/tag225.xml"/><Relationship Id="rId62" Type="http://schemas.openxmlformats.org/officeDocument/2006/relationships/tags" Target="../tags/tag224.xml"/><Relationship Id="rId61" Type="http://schemas.openxmlformats.org/officeDocument/2006/relationships/tags" Target="../tags/tag223.xml"/><Relationship Id="rId60" Type="http://schemas.openxmlformats.org/officeDocument/2006/relationships/tags" Target="../tags/tag222.xml"/><Relationship Id="rId6" Type="http://schemas.openxmlformats.org/officeDocument/2006/relationships/tags" Target="../tags/tag176.xml"/><Relationship Id="rId59" Type="http://schemas.openxmlformats.org/officeDocument/2006/relationships/tags" Target="../tags/tag221.xml"/><Relationship Id="rId58" Type="http://schemas.openxmlformats.org/officeDocument/2006/relationships/tags" Target="../tags/tag220.xml"/><Relationship Id="rId57" Type="http://schemas.openxmlformats.org/officeDocument/2006/relationships/tags" Target="../tags/tag219.xml"/><Relationship Id="rId56" Type="http://schemas.openxmlformats.org/officeDocument/2006/relationships/tags" Target="../tags/tag218.xml"/><Relationship Id="rId55" Type="http://schemas.openxmlformats.org/officeDocument/2006/relationships/tags" Target="../tags/tag217.xml"/><Relationship Id="rId54" Type="http://schemas.openxmlformats.org/officeDocument/2006/relationships/tags" Target="../tags/tag216.xml"/><Relationship Id="rId53" Type="http://schemas.openxmlformats.org/officeDocument/2006/relationships/tags" Target="../tags/tag215.xml"/><Relationship Id="rId52" Type="http://schemas.openxmlformats.org/officeDocument/2006/relationships/tags" Target="../tags/tag214.xml"/><Relationship Id="rId51" Type="http://schemas.openxmlformats.org/officeDocument/2006/relationships/tags" Target="../tags/tag213.xml"/><Relationship Id="rId50" Type="http://schemas.openxmlformats.org/officeDocument/2006/relationships/tags" Target="../tags/tag212.xml"/><Relationship Id="rId5" Type="http://schemas.openxmlformats.org/officeDocument/2006/relationships/tags" Target="../tags/tag175.xml"/><Relationship Id="rId49" Type="http://schemas.openxmlformats.org/officeDocument/2006/relationships/tags" Target="../tags/tag211.xml"/><Relationship Id="rId48" Type="http://schemas.openxmlformats.org/officeDocument/2006/relationships/tags" Target="../tags/tag210.xml"/><Relationship Id="rId47" Type="http://schemas.openxmlformats.org/officeDocument/2006/relationships/tags" Target="../tags/tag209.xml"/><Relationship Id="rId46" Type="http://schemas.openxmlformats.org/officeDocument/2006/relationships/image" Target="../media/image11.svg"/><Relationship Id="rId45" Type="http://schemas.openxmlformats.org/officeDocument/2006/relationships/image" Target="../media/image10.png"/><Relationship Id="rId44" Type="http://schemas.openxmlformats.org/officeDocument/2006/relationships/tags" Target="../tags/tag208.xml"/><Relationship Id="rId43" Type="http://schemas.openxmlformats.org/officeDocument/2006/relationships/tags" Target="../tags/tag207.xml"/><Relationship Id="rId42" Type="http://schemas.openxmlformats.org/officeDocument/2006/relationships/tags" Target="../tags/tag206.xml"/><Relationship Id="rId41" Type="http://schemas.openxmlformats.org/officeDocument/2006/relationships/tags" Target="../tags/tag205.xml"/><Relationship Id="rId40" Type="http://schemas.openxmlformats.org/officeDocument/2006/relationships/tags" Target="../tags/tag204.xml"/><Relationship Id="rId4" Type="http://schemas.openxmlformats.org/officeDocument/2006/relationships/tags" Target="../tags/tag174.xml"/><Relationship Id="rId39" Type="http://schemas.openxmlformats.org/officeDocument/2006/relationships/tags" Target="../tags/tag203.xml"/><Relationship Id="rId38" Type="http://schemas.openxmlformats.org/officeDocument/2006/relationships/tags" Target="../tags/tag202.xml"/><Relationship Id="rId37" Type="http://schemas.openxmlformats.org/officeDocument/2006/relationships/tags" Target="../tags/tag201.xml"/><Relationship Id="rId36" Type="http://schemas.openxmlformats.org/officeDocument/2006/relationships/image" Target="../media/image9.svg"/><Relationship Id="rId35" Type="http://schemas.openxmlformats.org/officeDocument/2006/relationships/image" Target="../media/image8.png"/><Relationship Id="rId34" Type="http://schemas.openxmlformats.org/officeDocument/2006/relationships/tags" Target="../tags/tag200.xml"/><Relationship Id="rId33" Type="http://schemas.openxmlformats.org/officeDocument/2006/relationships/tags" Target="../tags/tag199.xml"/><Relationship Id="rId32" Type="http://schemas.openxmlformats.org/officeDocument/2006/relationships/tags" Target="../tags/tag198.xml"/><Relationship Id="rId31" Type="http://schemas.openxmlformats.org/officeDocument/2006/relationships/tags" Target="../tags/tag197.xml"/><Relationship Id="rId30" Type="http://schemas.openxmlformats.org/officeDocument/2006/relationships/tags" Target="../tags/tag196.xml"/><Relationship Id="rId3" Type="http://schemas.openxmlformats.org/officeDocument/2006/relationships/tags" Target="../tags/tag173.xml"/><Relationship Id="rId29" Type="http://schemas.openxmlformats.org/officeDocument/2006/relationships/tags" Target="../tags/tag195.xml"/><Relationship Id="rId28" Type="http://schemas.openxmlformats.org/officeDocument/2006/relationships/tags" Target="../tags/tag194.xml"/><Relationship Id="rId27" Type="http://schemas.openxmlformats.org/officeDocument/2006/relationships/tags" Target="../tags/tag193.xml"/><Relationship Id="rId26" Type="http://schemas.openxmlformats.org/officeDocument/2006/relationships/image" Target="../media/image7.svg"/><Relationship Id="rId25" Type="http://schemas.openxmlformats.org/officeDocument/2006/relationships/image" Target="../media/image6.png"/><Relationship Id="rId24" Type="http://schemas.openxmlformats.org/officeDocument/2006/relationships/tags" Target="../tags/tag192.xml"/><Relationship Id="rId23" Type="http://schemas.openxmlformats.org/officeDocument/2006/relationships/tags" Target="../tags/tag191.xml"/><Relationship Id="rId22" Type="http://schemas.openxmlformats.org/officeDocument/2006/relationships/tags" Target="../tags/tag190.xml"/><Relationship Id="rId21" Type="http://schemas.openxmlformats.org/officeDocument/2006/relationships/tags" Target="../tags/tag189.xml"/><Relationship Id="rId20" Type="http://schemas.openxmlformats.org/officeDocument/2006/relationships/tags" Target="../tags/tag188.xml"/><Relationship Id="rId2" Type="http://schemas.openxmlformats.org/officeDocument/2006/relationships/image" Target="../media/image2.jpeg"/><Relationship Id="rId19" Type="http://schemas.openxmlformats.org/officeDocument/2006/relationships/tags" Target="../tags/tag187.xml"/><Relationship Id="rId18" Type="http://schemas.openxmlformats.org/officeDocument/2006/relationships/tags" Target="../tags/tag186.xml"/><Relationship Id="rId17" Type="http://schemas.openxmlformats.org/officeDocument/2006/relationships/tags" Target="../tags/tag185.xml"/><Relationship Id="rId16" Type="http://schemas.openxmlformats.org/officeDocument/2006/relationships/image" Target="../media/image5.svg"/><Relationship Id="rId15" Type="http://schemas.openxmlformats.org/officeDocument/2006/relationships/image" Target="../media/image4.png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tags" Target="../tags/tag17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image" Target="../media/image2.jpeg"/><Relationship Id="rId1" Type="http://schemas.openxmlformats.org/officeDocument/2006/relationships/tags" Target="../tags/tag23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4" Type="http://schemas.openxmlformats.org/officeDocument/2006/relationships/slideLayout" Target="../slideLayouts/slideLayout17.xml"/><Relationship Id="rId73" Type="http://schemas.openxmlformats.org/officeDocument/2006/relationships/tags" Target="../tags/tag312.xml"/><Relationship Id="rId72" Type="http://schemas.openxmlformats.org/officeDocument/2006/relationships/tags" Target="../tags/tag311.xml"/><Relationship Id="rId71" Type="http://schemas.openxmlformats.org/officeDocument/2006/relationships/tags" Target="../tags/tag310.xml"/><Relationship Id="rId70" Type="http://schemas.openxmlformats.org/officeDocument/2006/relationships/tags" Target="../tags/tag309.xml"/><Relationship Id="rId7" Type="http://schemas.openxmlformats.org/officeDocument/2006/relationships/tags" Target="../tags/tag246.xml"/><Relationship Id="rId69" Type="http://schemas.openxmlformats.org/officeDocument/2006/relationships/tags" Target="../tags/tag308.xml"/><Relationship Id="rId68" Type="http://schemas.openxmlformats.org/officeDocument/2006/relationships/tags" Target="../tags/tag307.xml"/><Relationship Id="rId67" Type="http://schemas.openxmlformats.org/officeDocument/2006/relationships/tags" Target="../tags/tag306.xml"/><Relationship Id="rId66" Type="http://schemas.openxmlformats.org/officeDocument/2006/relationships/tags" Target="../tags/tag305.xml"/><Relationship Id="rId65" Type="http://schemas.openxmlformats.org/officeDocument/2006/relationships/tags" Target="../tags/tag304.xml"/><Relationship Id="rId64" Type="http://schemas.openxmlformats.org/officeDocument/2006/relationships/tags" Target="../tags/tag303.xml"/><Relationship Id="rId63" Type="http://schemas.openxmlformats.org/officeDocument/2006/relationships/tags" Target="../tags/tag302.xml"/><Relationship Id="rId62" Type="http://schemas.openxmlformats.org/officeDocument/2006/relationships/tags" Target="../tags/tag301.xml"/><Relationship Id="rId61" Type="http://schemas.openxmlformats.org/officeDocument/2006/relationships/tags" Target="../tags/tag300.xml"/><Relationship Id="rId60" Type="http://schemas.openxmlformats.org/officeDocument/2006/relationships/tags" Target="../tags/tag299.xml"/><Relationship Id="rId6" Type="http://schemas.openxmlformats.org/officeDocument/2006/relationships/tags" Target="../tags/tag245.xml"/><Relationship Id="rId59" Type="http://schemas.openxmlformats.org/officeDocument/2006/relationships/tags" Target="../tags/tag298.xml"/><Relationship Id="rId58" Type="http://schemas.openxmlformats.org/officeDocument/2006/relationships/tags" Target="../tags/tag297.xml"/><Relationship Id="rId57" Type="http://schemas.openxmlformats.org/officeDocument/2006/relationships/tags" Target="../tags/tag296.xml"/><Relationship Id="rId56" Type="http://schemas.openxmlformats.org/officeDocument/2006/relationships/tags" Target="../tags/tag295.xml"/><Relationship Id="rId55" Type="http://schemas.openxmlformats.org/officeDocument/2006/relationships/tags" Target="../tags/tag294.xml"/><Relationship Id="rId54" Type="http://schemas.openxmlformats.org/officeDocument/2006/relationships/tags" Target="../tags/tag293.xml"/><Relationship Id="rId53" Type="http://schemas.openxmlformats.org/officeDocument/2006/relationships/tags" Target="../tags/tag292.xml"/><Relationship Id="rId52" Type="http://schemas.openxmlformats.org/officeDocument/2006/relationships/tags" Target="../tags/tag291.xml"/><Relationship Id="rId51" Type="http://schemas.openxmlformats.org/officeDocument/2006/relationships/tags" Target="../tags/tag290.xml"/><Relationship Id="rId50" Type="http://schemas.openxmlformats.org/officeDocument/2006/relationships/tags" Target="../tags/tag289.xml"/><Relationship Id="rId5" Type="http://schemas.openxmlformats.org/officeDocument/2006/relationships/tags" Target="../tags/tag244.xml"/><Relationship Id="rId49" Type="http://schemas.openxmlformats.org/officeDocument/2006/relationships/tags" Target="../tags/tag288.xml"/><Relationship Id="rId48" Type="http://schemas.openxmlformats.org/officeDocument/2006/relationships/tags" Target="../tags/tag287.xml"/><Relationship Id="rId47" Type="http://schemas.openxmlformats.org/officeDocument/2006/relationships/tags" Target="../tags/tag286.xml"/><Relationship Id="rId46" Type="http://schemas.openxmlformats.org/officeDocument/2006/relationships/tags" Target="../tags/tag285.xml"/><Relationship Id="rId45" Type="http://schemas.openxmlformats.org/officeDocument/2006/relationships/tags" Target="../tags/tag284.xml"/><Relationship Id="rId44" Type="http://schemas.openxmlformats.org/officeDocument/2006/relationships/tags" Target="../tags/tag283.xml"/><Relationship Id="rId43" Type="http://schemas.openxmlformats.org/officeDocument/2006/relationships/tags" Target="../tags/tag282.xml"/><Relationship Id="rId42" Type="http://schemas.openxmlformats.org/officeDocument/2006/relationships/tags" Target="../tags/tag281.xml"/><Relationship Id="rId41" Type="http://schemas.openxmlformats.org/officeDocument/2006/relationships/tags" Target="../tags/tag280.xml"/><Relationship Id="rId40" Type="http://schemas.openxmlformats.org/officeDocument/2006/relationships/tags" Target="../tags/tag279.xml"/><Relationship Id="rId4" Type="http://schemas.openxmlformats.org/officeDocument/2006/relationships/tags" Target="../tags/tag243.xml"/><Relationship Id="rId39" Type="http://schemas.openxmlformats.org/officeDocument/2006/relationships/tags" Target="../tags/tag278.xml"/><Relationship Id="rId38" Type="http://schemas.openxmlformats.org/officeDocument/2006/relationships/tags" Target="../tags/tag277.xml"/><Relationship Id="rId37" Type="http://schemas.openxmlformats.org/officeDocument/2006/relationships/tags" Target="../tags/tag276.xml"/><Relationship Id="rId36" Type="http://schemas.openxmlformats.org/officeDocument/2006/relationships/tags" Target="../tags/tag275.xml"/><Relationship Id="rId35" Type="http://schemas.openxmlformats.org/officeDocument/2006/relationships/tags" Target="../tags/tag274.xml"/><Relationship Id="rId34" Type="http://schemas.openxmlformats.org/officeDocument/2006/relationships/tags" Target="../tags/tag273.xml"/><Relationship Id="rId33" Type="http://schemas.openxmlformats.org/officeDocument/2006/relationships/tags" Target="../tags/tag272.xml"/><Relationship Id="rId32" Type="http://schemas.openxmlformats.org/officeDocument/2006/relationships/tags" Target="../tags/tag271.xml"/><Relationship Id="rId31" Type="http://schemas.openxmlformats.org/officeDocument/2006/relationships/tags" Target="../tags/tag270.xml"/><Relationship Id="rId30" Type="http://schemas.openxmlformats.org/officeDocument/2006/relationships/tags" Target="../tags/tag269.xml"/><Relationship Id="rId3" Type="http://schemas.openxmlformats.org/officeDocument/2006/relationships/tags" Target="../tags/tag242.xml"/><Relationship Id="rId29" Type="http://schemas.openxmlformats.org/officeDocument/2006/relationships/tags" Target="../tags/tag268.xml"/><Relationship Id="rId28" Type="http://schemas.openxmlformats.org/officeDocument/2006/relationships/tags" Target="../tags/tag267.xml"/><Relationship Id="rId27" Type="http://schemas.openxmlformats.org/officeDocument/2006/relationships/tags" Target="../tags/tag266.xml"/><Relationship Id="rId26" Type="http://schemas.openxmlformats.org/officeDocument/2006/relationships/tags" Target="../tags/tag265.xml"/><Relationship Id="rId25" Type="http://schemas.openxmlformats.org/officeDocument/2006/relationships/tags" Target="../tags/tag264.xml"/><Relationship Id="rId24" Type="http://schemas.openxmlformats.org/officeDocument/2006/relationships/tags" Target="../tags/tag263.xml"/><Relationship Id="rId23" Type="http://schemas.openxmlformats.org/officeDocument/2006/relationships/tags" Target="../tags/tag262.xml"/><Relationship Id="rId22" Type="http://schemas.openxmlformats.org/officeDocument/2006/relationships/tags" Target="../tags/tag261.xml"/><Relationship Id="rId21" Type="http://schemas.openxmlformats.org/officeDocument/2006/relationships/tags" Target="../tags/tag260.xml"/><Relationship Id="rId20" Type="http://schemas.openxmlformats.org/officeDocument/2006/relationships/tags" Target="../tags/tag259.xml"/><Relationship Id="rId2" Type="http://schemas.openxmlformats.org/officeDocument/2006/relationships/image" Target="../media/image2.jpeg"/><Relationship Id="rId19" Type="http://schemas.openxmlformats.org/officeDocument/2006/relationships/tags" Target="../tags/tag258.xml"/><Relationship Id="rId18" Type="http://schemas.openxmlformats.org/officeDocument/2006/relationships/tags" Target="../tags/tag257.xml"/><Relationship Id="rId17" Type="http://schemas.openxmlformats.org/officeDocument/2006/relationships/tags" Target="../tags/tag256.xml"/><Relationship Id="rId16" Type="http://schemas.openxmlformats.org/officeDocument/2006/relationships/tags" Target="../tags/tag255.xml"/><Relationship Id="rId15" Type="http://schemas.openxmlformats.org/officeDocument/2006/relationships/tags" Target="../tags/tag254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tags" Target="../tags/tag24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svg"/><Relationship Id="rId8" Type="http://schemas.openxmlformats.org/officeDocument/2006/relationships/image" Target="../media/image12.png"/><Relationship Id="rId7" Type="http://schemas.openxmlformats.org/officeDocument/2006/relationships/tags" Target="../tags/tag318.xml"/><Relationship Id="rId6" Type="http://schemas.openxmlformats.org/officeDocument/2006/relationships/tags" Target="../tags/tag317.xml"/><Relationship Id="rId57" Type="http://schemas.openxmlformats.org/officeDocument/2006/relationships/slideLayout" Target="../slideLayouts/slideLayout17.xml"/><Relationship Id="rId56" Type="http://schemas.openxmlformats.org/officeDocument/2006/relationships/tags" Target="../tags/tag355.xml"/><Relationship Id="rId55" Type="http://schemas.openxmlformats.org/officeDocument/2006/relationships/tags" Target="../tags/tag354.xml"/><Relationship Id="rId54" Type="http://schemas.openxmlformats.org/officeDocument/2006/relationships/tags" Target="../tags/tag353.xml"/><Relationship Id="rId53" Type="http://schemas.openxmlformats.org/officeDocument/2006/relationships/tags" Target="../tags/tag352.xml"/><Relationship Id="rId52" Type="http://schemas.openxmlformats.org/officeDocument/2006/relationships/tags" Target="../tags/tag351.xml"/><Relationship Id="rId51" Type="http://schemas.openxmlformats.org/officeDocument/2006/relationships/tags" Target="../tags/tag350.xml"/><Relationship Id="rId50" Type="http://schemas.openxmlformats.org/officeDocument/2006/relationships/tags" Target="../tags/tag349.xml"/><Relationship Id="rId5" Type="http://schemas.openxmlformats.org/officeDocument/2006/relationships/tags" Target="../tags/tag316.xml"/><Relationship Id="rId49" Type="http://schemas.openxmlformats.org/officeDocument/2006/relationships/image" Target="../media/image23.svg"/><Relationship Id="rId48" Type="http://schemas.openxmlformats.org/officeDocument/2006/relationships/image" Target="../media/image22.png"/><Relationship Id="rId47" Type="http://schemas.openxmlformats.org/officeDocument/2006/relationships/tags" Target="../tags/tag348.xml"/><Relationship Id="rId46" Type="http://schemas.openxmlformats.org/officeDocument/2006/relationships/tags" Target="../tags/tag347.xml"/><Relationship Id="rId45" Type="http://schemas.openxmlformats.org/officeDocument/2006/relationships/tags" Target="../tags/tag346.xml"/><Relationship Id="rId44" Type="http://schemas.openxmlformats.org/officeDocument/2006/relationships/tags" Target="../tags/tag345.xml"/><Relationship Id="rId43" Type="http://schemas.openxmlformats.org/officeDocument/2006/relationships/tags" Target="../tags/tag344.xml"/><Relationship Id="rId42" Type="http://schemas.openxmlformats.org/officeDocument/2006/relationships/tags" Target="../tags/tag343.xml"/><Relationship Id="rId41" Type="http://schemas.openxmlformats.org/officeDocument/2006/relationships/image" Target="../media/image21.svg"/><Relationship Id="rId40" Type="http://schemas.openxmlformats.org/officeDocument/2006/relationships/image" Target="../media/image20.png"/><Relationship Id="rId4" Type="http://schemas.openxmlformats.org/officeDocument/2006/relationships/tags" Target="../tags/tag315.xml"/><Relationship Id="rId39" Type="http://schemas.openxmlformats.org/officeDocument/2006/relationships/tags" Target="../tags/tag342.xml"/><Relationship Id="rId38" Type="http://schemas.openxmlformats.org/officeDocument/2006/relationships/tags" Target="../tags/tag341.xml"/><Relationship Id="rId37" Type="http://schemas.openxmlformats.org/officeDocument/2006/relationships/tags" Target="../tags/tag340.xml"/><Relationship Id="rId36" Type="http://schemas.openxmlformats.org/officeDocument/2006/relationships/tags" Target="../tags/tag339.xml"/><Relationship Id="rId35" Type="http://schemas.openxmlformats.org/officeDocument/2006/relationships/tags" Target="../tags/tag338.xml"/><Relationship Id="rId34" Type="http://schemas.openxmlformats.org/officeDocument/2006/relationships/tags" Target="../tags/tag337.xml"/><Relationship Id="rId33" Type="http://schemas.openxmlformats.org/officeDocument/2006/relationships/image" Target="../media/image19.svg"/><Relationship Id="rId32" Type="http://schemas.openxmlformats.org/officeDocument/2006/relationships/image" Target="../media/image18.png"/><Relationship Id="rId31" Type="http://schemas.openxmlformats.org/officeDocument/2006/relationships/tags" Target="../tags/tag336.xml"/><Relationship Id="rId30" Type="http://schemas.openxmlformats.org/officeDocument/2006/relationships/tags" Target="../tags/tag335.xml"/><Relationship Id="rId3" Type="http://schemas.openxmlformats.org/officeDocument/2006/relationships/tags" Target="../tags/tag314.xml"/><Relationship Id="rId29" Type="http://schemas.openxmlformats.org/officeDocument/2006/relationships/tags" Target="../tags/tag334.xml"/><Relationship Id="rId28" Type="http://schemas.openxmlformats.org/officeDocument/2006/relationships/tags" Target="../tags/tag333.xml"/><Relationship Id="rId27" Type="http://schemas.openxmlformats.org/officeDocument/2006/relationships/tags" Target="../tags/tag332.xml"/><Relationship Id="rId26" Type="http://schemas.openxmlformats.org/officeDocument/2006/relationships/tags" Target="../tags/tag331.xml"/><Relationship Id="rId25" Type="http://schemas.openxmlformats.org/officeDocument/2006/relationships/image" Target="../media/image17.svg"/><Relationship Id="rId24" Type="http://schemas.openxmlformats.org/officeDocument/2006/relationships/image" Target="../media/image16.png"/><Relationship Id="rId23" Type="http://schemas.openxmlformats.org/officeDocument/2006/relationships/tags" Target="../tags/tag330.xml"/><Relationship Id="rId22" Type="http://schemas.openxmlformats.org/officeDocument/2006/relationships/tags" Target="../tags/tag329.xml"/><Relationship Id="rId21" Type="http://schemas.openxmlformats.org/officeDocument/2006/relationships/tags" Target="../tags/tag328.xml"/><Relationship Id="rId20" Type="http://schemas.openxmlformats.org/officeDocument/2006/relationships/tags" Target="../tags/tag327.xml"/><Relationship Id="rId2" Type="http://schemas.openxmlformats.org/officeDocument/2006/relationships/image" Target="../media/image2.jpeg"/><Relationship Id="rId19" Type="http://schemas.openxmlformats.org/officeDocument/2006/relationships/tags" Target="../tags/tag326.xml"/><Relationship Id="rId18" Type="http://schemas.openxmlformats.org/officeDocument/2006/relationships/tags" Target="../tags/tag325.xml"/><Relationship Id="rId17" Type="http://schemas.openxmlformats.org/officeDocument/2006/relationships/image" Target="../media/image15.svg"/><Relationship Id="rId16" Type="http://schemas.openxmlformats.org/officeDocument/2006/relationships/image" Target="../media/image14.png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tags" Target="../tags/tag320.xml"/><Relationship Id="rId10" Type="http://schemas.openxmlformats.org/officeDocument/2006/relationships/tags" Target="../tags/tag319.xml"/><Relationship Id="rId1" Type="http://schemas.openxmlformats.org/officeDocument/2006/relationships/tags" Target="../tags/tag3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image" Target="../media/image2.jpeg"/><Relationship Id="rId1" Type="http://schemas.openxmlformats.org/officeDocument/2006/relationships/tags" Target="../tags/tag35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tags" Target="../tags/tag366.xml"/><Relationship Id="rId7" Type="http://schemas.openxmlformats.org/officeDocument/2006/relationships/image" Target="../media/image25.svg"/><Relationship Id="rId64" Type="http://schemas.openxmlformats.org/officeDocument/2006/relationships/slideLayout" Target="../slideLayouts/slideLayout17.xml"/><Relationship Id="rId63" Type="http://schemas.openxmlformats.org/officeDocument/2006/relationships/tags" Target="../tags/tag419.xml"/><Relationship Id="rId62" Type="http://schemas.openxmlformats.org/officeDocument/2006/relationships/tags" Target="../tags/tag418.xml"/><Relationship Id="rId61" Type="http://schemas.openxmlformats.org/officeDocument/2006/relationships/tags" Target="../tags/tag417.xml"/><Relationship Id="rId60" Type="http://schemas.openxmlformats.org/officeDocument/2006/relationships/tags" Target="../tags/tag416.xml"/><Relationship Id="rId6" Type="http://schemas.openxmlformats.org/officeDocument/2006/relationships/image" Target="../media/image24.png"/><Relationship Id="rId59" Type="http://schemas.openxmlformats.org/officeDocument/2006/relationships/tags" Target="../tags/tag415.xml"/><Relationship Id="rId58" Type="http://schemas.openxmlformats.org/officeDocument/2006/relationships/tags" Target="../tags/tag414.xml"/><Relationship Id="rId57" Type="http://schemas.openxmlformats.org/officeDocument/2006/relationships/tags" Target="../tags/tag413.xml"/><Relationship Id="rId56" Type="http://schemas.openxmlformats.org/officeDocument/2006/relationships/tags" Target="../tags/tag412.xml"/><Relationship Id="rId55" Type="http://schemas.openxmlformats.org/officeDocument/2006/relationships/tags" Target="../tags/tag411.xml"/><Relationship Id="rId54" Type="http://schemas.openxmlformats.org/officeDocument/2006/relationships/tags" Target="../tags/tag410.xml"/><Relationship Id="rId53" Type="http://schemas.openxmlformats.org/officeDocument/2006/relationships/tags" Target="../tags/tag409.xml"/><Relationship Id="rId52" Type="http://schemas.openxmlformats.org/officeDocument/2006/relationships/tags" Target="../tags/tag408.xml"/><Relationship Id="rId51" Type="http://schemas.openxmlformats.org/officeDocument/2006/relationships/tags" Target="../tags/tag407.xml"/><Relationship Id="rId50" Type="http://schemas.openxmlformats.org/officeDocument/2006/relationships/tags" Target="../tags/tag406.xml"/><Relationship Id="rId5" Type="http://schemas.openxmlformats.org/officeDocument/2006/relationships/tags" Target="../tags/tag365.xml"/><Relationship Id="rId49" Type="http://schemas.openxmlformats.org/officeDocument/2006/relationships/tags" Target="../tags/tag405.xml"/><Relationship Id="rId48" Type="http://schemas.openxmlformats.org/officeDocument/2006/relationships/tags" Target="../tags/tag404.xml"/><Relationship Id="rId47" Type="http://schemas.openxmlformats.org/officeDocument/2006/relationships/tags" Target="../tags/tag403.xml"/><Relationship Id="rId46" Type="http://schemas.openxmlformats.org/officeDocument/2006/relationships/tags" Target="../tags/tag402.xml"/><Relationship Id="rId45" Type="http://schemas.openxmlformats.org/officeDocument/2006/relationships/tags" Target="../tags/tag401.xml"/><Relationship Id="rId44" Type="http://schemas.openxmlformats.org/officeDocument/2006/relationships/tags" Target="../tags/tag400.xml"/><Relationship Id="rId43" Type="http://schemas.openxmlformats.org/officeDocument/2006/relationships/tags" Target="../tags/tag399.xml"/><Relationship Id="rId42" Type="http://schemas.openxmlformats.org/officeDocument/2006/relationships/tags" Target="../tags/tag398.xml"/><Relationship Id="rId41" Type="http://schemas.openxmlformats.org/officeDocument/2006/relationships/tags" Target="../tags/tag397.xml"/><Relationship Id="rId40" Type="http://schemas.openxmlformats.org/officeDocument/2006/relationships/tags" Target="../tags/tag396.xml"/><Relationship Id="rId4" Type="http://schemas.openxmlformats.org/officeDocument/2006/relationships/tags" Target="../tags/tag364.xml"/><Relationship Id="rId39" Type="http://schemas.openxmlformats.org/officeDocument/2006/relationships/tags" Target="../tags/tag395.xml"/><Relationship Id="rId38" Type="http://schemas.openxmlformats.org/officeDocument/2006/relationships/tags" Target="../tags/tag394.xml"/><Relationship Id="rId37" Type="http://schemas.openxmlformats.org/officeDocument/2006/relationships/tags" Target="../tags/tag393.xml"/><Relationship Id="rId36" Type="http://schemas.openxmlformats.org/officeDocument/2006/relationships/tags" Target="../tags/tag392.xml"/><Relationship Id="rId35" Type="http://schemas.openxmlformats.org/officeDocument/2006/relationships/tags" Target="../tags/tag391.xml"/><Relationship Id="rId34" Type="http://schemas.openxmlformats.org/officeDocument/2006/relationships/tags" Target="../tags/tag390.xml"/><Relationship Id="rId33" Type="http://schemas.openxmlformats.org/officeDocument/2006/relationships/tags" Target="../tags/tag389.xml"/><Relationship Id="rId32" Type="http://schemas.openxmlformats.org/officeDocument/2006/relationships/tags" Target="../tags/tag388.xml"/><Relationship Id="rId31" Type="http://schemas.openxmlformats.org/officeDocument/2006/relationships/tags" Target="../tags/tag387.xml"/><Relationship Id="rId30" Type="http://schemas.openxmlformats.org/officeDocument/2006/relationships/tags" Target="../tags/tag386.xml"/><Relationship Id="rId3" Type="http://schemas.openxmlformats.org/officeDocument/2006/relationships/tags" Target="../tags/tag363.xml"/><Relationship Id="rId29" Type="http://schemas.openxmlformats.org/officeDocument/2006/relationships/tags" Target="../tags/tag385.xml"/><Relationship Id="rId28" Type="http://schemas.openxmlformats.org/officeDocument/2006/relationships/tags" Target="../tags/tag384.xml"/><Relationship Id="rId27" Type="http://schemas.openxmlformats.org/officeDocument/2006/relationships/tags" Target="../tags/tag383.xml"/><Relationship Id="rId26" Type="http://schemas.openxmlformats.org/officeDocument/2006/relationships/tags" Target="../tags/tag382.xml"/><Relationship Id="rId25" Type="http://schemas.openxmlformats.org/officeDocument/2006/relationships/tags" Target="../tags/tag381.xml"/><Relationship Id="rId24" Type="http://schemas.openxmlformats.org/officeDocument/2006/relationships/tags" Target="../tags/tag380.xml"/><Relationship Id="rId23" Type="http://schemas.openxmlformats.org/officeDocument/2006/relationships/tags" Target="../tags/tag379.xml"/><Relationship Id="rId22" Type="http://schemas.openxmlformats.org/officeDocument/2006/relationships/tags" Target="../tags/tag378.xml"/><Relationship Id="rId21" Type="http://schemas.openxmlformats.org/officeDocument/2006/relationships/tags" Target="../tags/tag377.xml"/><Relationship Id="rId20" Type="http://schemas.openxmlformats.org/officeDocument/2006/relationships/tags" Target="../tags/tag376.xml"/><Relationship Id="rId2" Type="http://schemas.openxmlformats.org/officeDocument/2006/relationships/image" Target="../media/image2.jpeg"/><Relationship Id="rId19" Type="http://schemas.openxmlformats.org/officeDocument/2006/relationships/tags" Target="../tags/tag375.xml"/><Relationship Id="rId18" Type="http://schemas.openxmlformats.org/officeDocument/2006/relationships/tags" Target="../tags/tag374.xml"/><Relationship Id="rId17" Type="http://schemas.openxmlformats.org/officeDocument/2006/relationships/tags" Target="../tags/tag373.xml"/><Relationship Id="rId16" Type="http://schemas.openxmlformats.org/officeDocument/2006/relationships/tags" Target="../tags/tag372.xml"/><Relationship Id="rId15" Type="http://schemas.openxmlformats.org/officeDocument/2006/relationships/image" Target="../media/image27.svg"/><Relationship Id="rId14" Type="http://schemas.openxmlformats.org/officeDocument/2006/relationships/image" Target="../media/image26.png"/><Relationship Id="rId13" Type="http://schemas.openxmlformats.org/officeDocument/2006/relationships/tags" Target="../tags/tag371.xml"/><Relationship Id="rId12" Type="http://schemas.openxmlformats.org/officeDocument/2006/relationships/tags" Target="../tags/tag370.xml"/><Relationship Id="rId11" Type="http://schemas.openxmlformats.org/officeDocument/2006/relationships/tags" Target="../tags/tag369.xml"/><Relationship Id="rId10" Type="http://schemas.openxmlformats.org/officeDocument/2006/relationships/tags" Target="../tags/tag368.xml"/><Relationship Id="rId1" Type="http://schemas.openxmlformats.org/officeDocument/2006/relationships/tags" Target="../tags/tag36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27.xml"/><Relationship Id="rId8" Type="http://schemas.openxmlformats.org/officeDocument/2006/relationships/tags" Target="../tags/tag426.xml"/><Relationship Id="rId7" Type="http://schemas.openxmlformats.org/officeDocument/2006/relationships/tags" Target="../tags/tag425.xml"/><Relationship Id="rId6" Type="http://schemas.openxmlformats.org/officeDocument/2006/relationships/tags" Target="../tags/tag424.xml"/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image" Target="../media/image2.jpeg"/><Relationship Id="rId12" Type="http://schemas.openxmlformats.org/officeDocument/2006/relationships/slideLayout" Target="../slideLayouts/slideLayout17.xml"/><Relationship Id="rId11" Type="http://schemas.openxmlformats.org/officeDocument/2006/relationships/tags" Target="../tags/tag429.xml"/><Relationship Id="rId10" Type="http://schemas.openxmlformats.org/officeDocument/2006/relationships/tags" Target="../tags/tag428.xml"/><Relationship Id="rId1" Type="http://schemas.openxmlformats.org/officeDocument/2006/relationships/tags" Target="../tags/tag42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37.xml"/><Relationship Id="rId84" Type="http://schemas.openxmlformats.org/officeDocument/2006/relationships/slideLayout" Target="../slideLayouts/slideLayout17.xml"/><Relationship Id="rId83" Type="http://schemas.openxmlformats.org/officeDocument/2006/relationships/tags" Target="../tags/tag493.xml"/><Relationship Id="rId82" Type="http://schemas.openxmlformats.org/officeDocument/2006/relationships/tags" Target="../tags/tag492.xml"/><Relationship Id="rId81" Type="http://schemas.openxmlformats.org/officeDocument/2006/relationships/tags" Target="../tags/tag491.xml"/><Relationship Id="rId80" Type="http://schemas.openxmlformats.org/officeDocument/2006/relationships/image" Target="../media/image45.svg"/><Relationship Id="rId8" Type="http://schemas.openxmlformats.org/officeDocument/2006/relationships/tags" Target="../tags/tag436.xml"/><Relationship Id="rId79" Type="http://schemas.openxmlformats.org/officeDocument/2006/relationships/image" Target="../media/image44.png"/><Relationship Id="rId78" Type="http://schemas.openxmlformats.org/officeDocument/2006/relationships/tags" Target="../tags/tag490.xml"/><Relationship Id="rId77" Type="http://schemas.openxmlformats.org/officeDocument/2006/relationships/tags" Target="../tags/tag489.xml"/><Relationship Id="rId76" Type="http://schemas.openxmlformats.org/officeDocument/2006/relationships/tags" Target="../tags/tag488.xml"/><Relationship Id="rId75" Type="http://schemas.openxmlformats.org/officeDocument/2006/relationships/tags" Target="../tags/tag487.xml"/><Relationship Id="rId74" Type="http://schemas.openxmlformats.org/officeDocument/2006/relationships/tags" Target="../tags/tag486.xml"/><Relationship Id="rId73" Type="http://schemas.openxmlformats.org/officeDocument/2006/relationships/tags" Target="../tags/tag485.xml"/><Relationship Id="rId72" Type="http://schemas.openxmlformats.org/officeDocument/2006/relationships/tags" Target="../tags/tag484.xml"/><Relationship Id="rId71" Type="http://schemas.openxmlformats.org/officeDocument/2006/relationships/tags" Target="../tags/tag483.xml"/><Relationship Id="rId70" Type="http://schemas.openxmlformats.org/officeDocument/2006/relationships/tags" Target="../tags/tag482.xml"/><Relationship Id="rId7" Type="http://schemas.openxmlformats.org/officeDocument/2006/relationships/tags" Target="../tags/tag435.xml"/><Relationship Id="rId69" Type="http://schemas.openxmlformats.org/officeDocument/2006/relationships/tags" Target="../tags/tag481.xml"/><Relationship Id="rId68" Type="http://schemas.openxmlformats.org/officeDocument/2006/relationships/tags" Target="../tags/tag480.xml"/><Relationship Id="rId67" Type="http://schemas.openxmlformats.org/officeDocument/2006/relationships/tags" Target="../tags/tag479.xml"/><Relationship Id="rId66" Type="http://schemas.openxmlformats.org/officeDocument/2006/relationships/tags" Target="../tags/tag478.xml"/><Relationship Id="rId65" Type="http://schemas.openxmlformats.org/officeDocument/2006/relationships/tags" Target="../tags/tag477.xml"/><Relationship Id="rId64" Type="http://schemas.openxmlformats.org/officeDocument/2006/relationships/tags" Target="../tags/tag476.xml"/><Relationship Id="rId63" Type="http://schemas.openxmlformats.org/officeDocument/2006/relationships/tags" Target="../tags/tag475.xml"/><Relationship Id="rId62" Type="http://schemas.openxmlformats.org/officeDocument/2006/relationships/image" Target="../media/image43.svg"/><Relationship Id="rId61" Type="http://schemas.openxmlformats.org/officeDocument/2006/relationships/image" Target="../media/image42.png"/><Relationship Id="rId60" Type="http://schemas.openxmlformats.org/officeDocument/2006/relationships/tags" Target="../tags/tag474.xml"/><Relationship Id="rId6" Type="http://schemas.openxmlformats.org/officeDocument/2006/relationships/tags" Target="../tags/tag434.xml"/><Relationship Id="rId59" Type="http://schemas.openxmlformats.org/officeDocument/2006/relationships/tags" Target="../tags/tag473.xml"/><Relationship Id="rId58" Type="http://schemas.openxmlformats.org/officeDocument/2006/relationships/tags" Target="../tags/tag472.xml"/><Relationship Id="rId57" Type="http://schemas.openxmlformats.org/officeDocument/2006/relationships/tags" Target="../tags/tag471.xml"/><Relationship Id="rId56" Type="http://schemas.openxmlformats.org/officeDocument/2006/relationships/tags" Target="../tags/tag470.xml"/><Relationship Id="rId55" Type="http://schemas.openxmlformats.org/officeDocument/2006/relationships/image" Target="../media/image41.svg"/><Relationship Id="rId54" Type="http://schemas.openxmlformats.org/officeDocument/2006/relationships/image" Target="../media/image40.png"/><Relationship Id="rId53" Type="http://schemas.openxmlformats.org/officeDocument/2006/relationships/tags" Target="../tags/tag469.xml"/><Relationship Id="rId52" Type="http://schemas.openxmlformats.org/officeDocument/2006/relationships/tags" Target="../tags/tag468.xml"/><Relationship Id="rId51" Type="http://schemas.openxmlformats.org/officeDocument/2006/relationships/tags" Target="../tags/tag467.xml"/><Relationship Id="rId50" Type="http://schemas.openxmlformats.org/officeDocument/2006/relationships/tags" Target="../tags/tag466.xml"/><Relationship Id="rId5" Type="http://schemas.openxmlformats.org/officeDocument/2006/relationships/tags" Target="../tags/tag433.xml"/><Relationship Id="rId49" Type="http://schemas.openxmlformats.org/officeDocument/2006/relationships/tags" Target="../tags/tag465.xml"/><Relationship Id="rId48" Type="http://schemas.openxmlformats.org/officeDocument/2006/relationships/image" Target="../media/image39.svg"/><Relationship Id="rId47" Type="http://schemas.openxmlformats.org/officeDocument/2006/relationships/image" Target="../media/image38.png"/><Relationship Id="rId46" Type="http://schemas.openxmlformats.org/officeDocument/2006/relationships/tags" Target="../tags/tag464.xml"/><Relationship Id="rId45" Type="http://schemas.openxmlformats.org/officeDocument/2006/relationships/tags" Target="../tags/tag463.xml"/><Relationship Id="rId44" Type="http://schemas.openxmlformats.org/officeDocument/2006/relationships/tags" Target="../tags/tag462.xml"/><Relationship Id="rId43" Type="http://schemas.openxmlformats.org/officeDocument/2006/relationships/tags" Target="../tags/tag461.xml"/><Relationship Id="rId42" Type="http://schemas.openxmlformats.org/officeDocument/2006/relationships/tags" Target="../tags/tag460.xml"/><Relationship Id="rId41" Type="http://schemas.openxmlformats.org/officeDocument/2006/relationships/image" Target="../media/image37.svg"/><Relationship Id="rId40" Type="http://schemas.openxmlformats.org/officeDocument/2006/relationships/image" Target="../media/image36.png"/><Relationship Id="rId4" Type="http://schemas.openxmlformats.org/officeDocument/2006/relationships/tags" Target="../tags/tag432.xml"/><Relationship Id="rId39" Type="http://schemas.openxmlformats.org/officeDocument/2006/relationships/tags" Target="../tags/tag459.xml"/><Relationship Id="rId38" Type="http://schemas.openxmlformats.org/officeDocument/2006/relationships/tags" Target="../tags/tag458.xml"/><Relationship Id="rId37" Type="http://schemas.openxmlformats.org/officeDocument/2006/relationships/tags" Target="../tags/tag457.xml"/><Relationship Id="rId36" Type="http://schemas.openxmlformats.org/officeDocument/2006/relationships/tags" Target="../tags/tag456.xml"/><Relationship Id="rId35" Type="http://schemas.openxmlformats.org/officeDocument/2006/relationships/tags" Target="../tags/tag455.xml"/><Relationship Id="rId34" Type="http://schemas.openxmlformats.org/officeDocument/2006/relationships/image" Target="../media/image35.svg"/><Relationship Id="rId33" Type="http://schemas.openxmlformats.org/officeDocument/2006/relationships/image" Target="../media/image34.png"/><Relationship Id="rId32" Type="http://schemas.openxmlformats.org/officeDocument/2006/relationships/tags" Target="../tags/tag454.xml"/><Relationship Id="rId31" Type="http://schemas.openxmlformats.org/officeDocument/2006/relationships/tags" Target="../tags/tag453.xml"/><Relationship Id="rId30" Type="http://schemas.openxmlformats.org/officeDocument/2006/relationships/tags" Target="../tags/tag452.xml"/><Relationship Id="rId3" Type="http://schemas.openxmlformats.org/officeDocument/2006/relationships/tags" Target="../tags/tag431.xml"/><Relationship Id="rId29" Type="http://schemas.openxmlformats.org/officeDocument/2006/relationships/tags" Target="../tags/tag451.xml"/><Relationship Id="rId28" Type="http://schemas.openxmlformats.org/officeDocument/2006/relationships/tags" Target="../tags/tag450.xml"/><Relationship Id="rId27" Type="http://schemas.openxmlformats.org/officeDocument/2006/relationships/image" Target="../media/image33.svg"/><Relationship Id="rId26" Type="http://schemas.openxmlformats.org/officeDocument/2006/relationships/image" Target="../media/image32.png"/><Relationship Id="rId25" Type="http://schemas.openxmlformats.org/officeDocument/2006/relationships/tags" Target="../tags/tag449.xml"/><Relationship Id="rId24" Type="http://schemas.openxmlformats.org/officeDocument/2006/relationships/tags" Target="../tags/tag448.xml"/><Relationship Id="rId23" Type="http://schemas.openxmlformats.org/officeDocument/2006/relationships/tags" Target="../tags/tag447.xml"/><Relationship Id="rId22" Type="http://schemas.openxmlformats.org/officeDocument/2006/relationships/tags" Target="../tags/tag446.xml"/><Relationship Id="rId21" Type="http://schemas.openxmlformats.org/officeDocument/2006/relationships/tags" Target="../tags/tag445.xml"/><Relationship Id="rId20" Type="http://schemas.openxmlformats.org/officeDocument/2006/relationships/image" Target="../media/image31.svg"/><Relationship Id="rId2" Type="http://schemas.openxmlformats.org/officeDocument/2006/relationships/image" Target="../media/image2.jpeg"/><Relationship Id="rId19" Type="http://schemas.openxmlformats.org/officeDocument/2006/relationships/image" Target="../media/image30.png"/><Relationship Id="rId18" Type="http://schemas.openxmlformats.org/officeDocument/2006/relationships/tags" Target="../tags/tag444.xml"/><Relationship Id="rId17" Type="http://schemas.openxmlformats.org/officeDocument/2006/relationships/tags" Target="../tags/tag443.xml"/><Relationship Id="rId16" Type="http://schemas.openxmlformats.org/officeDocument/2006/relationships/tags" Target="../tags/tag442.xml"/><Relationship Id="rId15" Type="http://schemas.openxmlformats.org/officeDocument/2006/relationships/tags" Target="../tags/tag441.xml"/><Relationship Id="rId14" Type="http://schemas.openxmlformats.org/officeDocument/2006/relationships/tags" Target="../tags/tag440.xml"/><Relationship Id="rId13" Type="http://schemas.openxmlformats.org/officeDocument/2006/relationships/image" Target="../media/image29.svg"/><Relationship Id="rId12" Type="http://schemas.openxmlformats.org/officeDocument/2006/relationships/image" Target="../media/image28.png"/><Relationship Id="rId11" Type="http://schemas.openxmlformats.org/officeDocument/2006/relationships/tags" Target="../tags/tag439.xml"/><Relationship Id="rId10" Type="http://schemas.openxmlformats.org/officeDocument/2006/relationships/tags" Target="../tags/tag438.xml"/><Relationship Id="rId1" Type="http://schemas.openxmlformats.org/officeDocument/2006/relationships/tags" Target="../tags/tag43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01.xml"/><Relationship Id="rId8" Type="http://schemas.openxmlformats.org/officeDocument/2006/relationships/tags" Target="../tags/tag500.xml"/><Relationship Id="rId7" Type="http://schemas.openxmlformats.org/officeDocument/2006/relationships/tags" Target="../tags/tag499.xml"/><Relationship Id="rId6" Type="http://schemas.openxmlformats.org/officeDocument/2006/relationships/tags" Target="../tags/tag498.xml"/><Relationship Id="rId5" Type="http://schemas.openxmlformats.org/officeDocument/2006/relationships/tags" Target="../tags/tag497.xml"/><Relationship Id="rId4" Type="http://schemas.openxmlformats.org/officeDocument/2006/relationships/tags" Target="../tags/tag496.xml"/><Relationship Id="rId3" Type="http://schemas.openxmlformats.org/officeDocument/2006/relationships/tags" Target="../tags/tag495.xml"/><Relationship Id="rId2" Type="http://schemas.openxmlformats.org/officeDocument/2006/relationships/image" Target="../media/image2.jpeg"/><Relationship Id="rId12" Type="http://schemas.openxmlformats.org/officeDocument/2006/relationships/slideLayout" Target="../slideLayouts/slideLayout17.xml"/><Relationship Id="rId11" Type="http://schemas.openxmlformats.org/officeDocument/2006/relationships/tags" Target="../tags/tag503.xml"/><Relationship Id="rId10" Type="http://schemas.openxmlformats.org/officeDocument/2006/relationships/tags" Target="../tags/tag502.xml"/><Relationship Id="rId1" Type="http://schemas.openxmlformats.org/officeDocument/2006/relationships/tags" Target="../tags/tag49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11.xml"/><Relationship Id="rId8" Type="http://schemas.openxmlformats.org/officeDocument/2006/relationships/tags" Target="../tags/tag510.xml"/><Relationship Id="rId77" Type="http://schemas.openxmlformats.org/officeDocument/2006/relationships/slideLayout" Target="../slideLayouts/slideLayout17.xml"/><Relationship Id="rId76" Type="http://schemas.openxmlformats.org/officeDocument/2006/relationships/tags" Target="../tags/tag566.xml"/><Relationship Id="rId75" Type="http://schemas.openxmlformats.org/officeDocument/2006/relationships/tags" Target="../tags/tag565.xml"/><Relationship Id="rId74" Type="http://schemas.openxmlformats.org/officeDocument/2006/relationships/tags" Target="../tags/tag564.xml"/><Relationship Id="rId73" Type="http://schemas.openxmlformats.org/officeDocument/2006/relationships/tags" Target="../tags/tag563.xml"/><Relationship Id="rId72" Type="http://schemas.openxmlformats.org/officeDocument/2006/relationships/tags" Target="../tags/tag562.xml"/><Relationship Id="rId71" Type="http://schemas.openxmlformats.org/officeDocument/2006/relationships/tags" Target="../tags/tag561.xml"/><Relationship Id="rId70" Type="http://schemas.openxmlformats.org/officeDocument/2006/relationships/tags" Target="../tags/tag560.xml"/><Relationship Id="rId7" Type="http://schemas.openxmlformats.org/officeDocument/2006/relationships/tags" Target="../tags/tag509.xml"/><Relationship Id="rId69" Type="http://schemas.openxmlformats.org/officeDocument/2006/relationships/tags" Target="../tags/tag559.xml"/><Relationship Id="rId68" Type="http://schemas.openxmlformats.org/officeDocument/2006/relationships/tags" Target="../tags/tag558.xml"/><Relationship Id="rId67" Type="http://schemas.openxmlformats.org/officeDocument/2006/relationships/tags" Target="../tags/tag557.xml"/><Relationship Id="rId66" Type="http://schemas.openxmlformats.org/officeDocument/2006/relationships/tags" Target="../tags/tag556.xml"/><Relationship Id="rId65" Type="http://schemas.openxmlformats.org/officeDocument/2006/relationships/tags" Target="../tags/tag555.xml"/><Relationship Id="rId64" Type="http://schemas.openxmlformats.org/officeDocument/2006/relationships/tags" Target="../tags/tag554.xml"/><Relationship Id="rId63" Type="http://schemas.openxmlformats.org/officeDocument/2006/relationships/tags" Target="../tags/tag553.xml"/><Relationship Id="rId62" Type="http://schemas.openxmlformats.org/officeDocument/2006/relationships/tags" Target="../tags/tag552.xml"/><Relationship Id="rId61" Type="http://schemas.openxmlformats.org/officeDocument/2006/relationships/tags" Target="../tags/tag551.xml"/><Relationship Id="rId60" Type="http://schemas.openxmlformats.org/officeDocument/2006/relationships/tags" Target="../tags/tag550.xml"/><Relationship Id="rId6" Type="http://schemas.openxmlformats.org/officeDocument/2006/relationships/tags" Target="../tags/tag508.xml"/><Relationship Id="rId59" Type="http://schemas.openxmlformats.org/officeDocument/2006/relationships/tags" Target="../tags/tag549.xml"/><Relationship Id="rId58" Type="http://schemas.openxmlformats.org/officeDocument/2006/relationships/tags" Target="../tags/tag548.xml"/><Relationship Id="rId57" Type="http://schemas.openxmlformats.org/officeDocument/2006/relationships/tags" Target="../tags/tag547.xml"/><Relationship Id="rId56" Type="http://schemas.openxmlformats.org/officeDocument/2006/relationships/tags" Target="../tags/tag546.xml"/><Relationship Id="rId55" Type="http://schemas.openxmlformats.org/officeDocument/2006/relationships/tags" Target="../tags/tag545.xml"/><Relationship Id="rId54" Type="http://schemas.openxmlformats.org/officeDocument/2006/relationships/tags" Target="../tags/tag544.xml"/><Relationship Id="rId53" Type="http://schemas.openxmlformats.org/officeDocument/2006/relationships/tags" Target="../tags/tag543.xml"/><Relationship Id="rId52" Type="http://schemas.openxmlformats.org/officeDocument/2006/relationships/tags" Target="../tags/tag542.xml"/><Relationship Id="rId51" Type="http://schemas.openxmlformats.org/officeDocument/2006/relationships/tags" Target="../tags/tag541.xml"/><Relationship Id="rId50" Type="http://schemas.openxmlformats.org/officeDocument/2006/relationships/tags" Target="../tags/tag540.xml"/><Relationship Id="rId5" Type="http://schemas.openxmlformats.org/officeDocument/2006/relationships/tags" Target="../tags/tag507.xml"/><Relationship Id="rId49" Type="http://schemas.openxmlformats.org/officeDocument/2006/relationships/tags" Target="../tags/tag539.xml"/><Relationship Id="rId48" Type="http://schemas.openxmlformats.org/officeDocument/2006/relationships/image" Target="../media/image57.svg"/><Relationship Id="rId47" Type="http://schemas.openxmlformats.org/officeDocument/2006/relationships/image" Target="../media/image56.png"/><Relationship Id="rId46" Type="http://schemas.openxmlformats.org/officeDocument/2006/relationships/tags" Target="../tags/tag538.xml"/><Relationship Id="rId45" Type="http://schemas.openxmlformats.org/officeDocument/2006/relationships/tags" Target="../tags/tag537.xml"/><Relationship Id="rId44" Type="http://schemas.openxmlformats.org/officeDocument/2006/relationships/tags" Target="../tags/tag536.xml"/><Relationship Id="rId43" Type="http://schemas.openxmlformats.org/officeDocument/2006/relationships/tags" Target="../tags/tag535.xml"/><Relationship Id="rId42" Type="http://schemas.openxmlformats.org/officeDocument/2006/relationships/tags" Target="../tags/tag534.xml"/><Relationship Id="rId41" Type="http://schemas.openxmlformats.org/officeDocument/2006/relationships/image" Target="../media/image55.svg"/><Relationship Id="rId40" Type="http://schemas.openxmlformats.org/officeDocument/2006/relationships/image" Target="../media/image54.png"/><Relationship Id="rId4" Type="http://schemas.openxmlformats.org/officeDocument/2006/relationships/tags" Target="../tags/tag506.xml"/><Relationship Id="rId39" Type="http://schemas.openxmlformats.org/officeDocument/2006/relationships/tags" Target="../tags/tag533.xml"/><Relationship Id="rId38" Type="http://schemas.openxmlformats.org/officeDocument/2006/relationships/tags" Target="../tags/tag532.xml"/><Relationship Id="rId37" Type="http://schemas.openxmlformats.org/officeDocument/2006/relationships/tags" Target="../tags/tag531.xml"/><Relationship Id="rId36" Type="http://schemas.openxmlformats.org/officeDocument/2006/relationships/tags" Target="../tags/tag530.xml"/><Relationship Id="rId35" Type="http://schemas.openxmlformats.org/officeDocument/2006/relationships/tags" Target="../tags/tag529.xml"/><Relationship Id="rId34" Type="http://schemas.openxmlformats.org/officeDocument/2006/relationships/image" Target="../media/image53.svg"/><Relationship Id="rId33" Type="http://schemas.openxmlformats.org/officeDocument/2006/relationships/image" Target="../media/image52.png"/><Relationship Id="rId32" Type="http://schemas.openxmlformats.org/officeDocument/2006/relationships/tags" Target="../tags/tag528.xml"/><Relationship Id="rId31" Type="http://schemas.openxmlformats.org/officeDocument/2006/relationships/tags" Target="../tags/tag527.xml"/><Relationship Id="rId30" Type="http://schemas.openxmlformats.org/officeDocument/2006/relationships/tags" Target="../tags/tag526.xml"/><Relationship Id="rId3" Type="http://schemas.openxmlformats.org/officeDocument/2006/relationships/tags" Target="../tags/tag505.xml"/><Relationship Id="rId29" Type="http://schemas.openxmlformats.org/officeDocument/2006/relationships/tags" Target="../tags/tag525.xml"/><Relationship Id="rId28" Type="http://schemas.openxmlformats.org/officeDocument/2006/relationships/tags" Target="../tags/tag524.xml"/><Relationship Id="rId27" Type="http://schemas.openxmlformats.org/officeDocument/2006/relationships/image" Target="../media/image51.svg"/><Relationship Id="rId26" Type="http://schemas.openxmlformats.org/officeDocument/2006/relationships/image" Target="../media/image50.png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image" Target="../media/image49.svg"/><Relationship Id="rId2" Type="http://schemas.openxmlformats.org/officeDocument/2006/relationships/image" Target="../media/image2.jpeg"/><Relationship Id="rId19" Type="http://schemas.openxmlformats.org/officeDocument/2006/relationships/image" Target="../media/image48.png"/><Relationship Id="rId18" Type="http://schemas.openxmlformats.org/officeDocument/2006/relationships/tags" Target="../tags/tag518.xml"/><Relationship Id="rId17" Type="http://schemas.openxmlformats.org/officeDocument/2006/relationships/tags" Target="../tags/tag517.xml"/><Relationship Id="rId16" Type="http://schemas.openxmlformats.org/officeDocument/2006/relationships/tags" Target="../tags/tag516.xml"/><Relationship Id="rId15" Type="http://schemas.openxmlformats.org/officeDocument/2006/relationships/tags" Target="../tags/tag515.xml"/><Relationship Id="rId14" Type="http://schemas.openxmlformats.org/officeDocument/2006/relationships/tags" Target="../tags/tag514.xml"/><Relationship Id="rId13" Type="http://schemas.openxmlformats.org/officeDocument/2006/relationships/image" Target="../media/image47.svg"/><Relationship Id="rId12" Type="http://schemas.openxmlformats.org/officeDocument/2006/relationships/image" Target="../media/image46.png"/><Relationship Id="rId11" Type="http://schemas.openxmlformats.org/officeDocument/2006/relationships/tags" Target="../tags/tag513.xml"/><Relationship Id="rId10" Type="http://schemas.openxmlformats.org/officeDocument/2006/relationships/tags" Target="../tags/tag512.xml"/><Relationship Id="rId1" Type="http://schemas.openxmlformats.org/officeDocument/2006/relationships/tags" Target="../tags/tag50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72.xml"/><Relationship Id="rId8" Type="http://schemas.openxmlformats.org/officeDocument/2006/relationships/tags" Target="../tags/tag571.xml"/><Relationship Id="rId7" Type="http://schemas.openxmlformats.org/officeDocument/2006/relationships/image" Target="../media/image59.svg"/><Relationship Id="rId66" Type="http://schemas.openxmlformats.org/officeDocument/2006/relationships/slideLayout" Target="../slideLayouts/slideLayout17.xml"/><Relationship Id="rId65" Type="http://schemas.openxmlformats.org/officeDocument/2006/relationships/tags" Target="../tags/tag618.xml"/><Relationship Id="rId64" Type="http://schemas.openxmlformats.org/officeDocument/2006/relationships/tags" Target="../tags/tag617.xml"/><Relationship Id="rId63" Type="http://schemas.openxmlformats.org/officeDocument/2006/relationships/tags" Target="../tags/tag616.xml"/><Relationship Id="rId62" Type="http://schemas.openxmlformats.org/officeDocument/2006/relationships/tags" Target="../tags/tag615.xml"/><Relationship Id="rId61" Type="http://schemas.openxmlformats.org/officeDocument/2006/relationships/tags" Target="../tags/tag614.xml"/><Relationship Id="rId60" Type="http://schemas.openxmlformats.org/officeDocument/2006/relationships/tags" Target="../tags/tag613.xml"/><Relationship Id="rId6" Type="http://schemas.openxmlformats.org/officeDocument/2006/relationships/image" Target="../media/image58.png"/><Relationship Id="rId59" Type="http://schemas.openxmlformats.org/officeDocument/2006/relationships/tags" Target="../tags/tag612.xml"/><Relationship Id="rId58" Type="http://schemas.openxmlformats.org/officeDocument/2006/relationships/tags" Target="../tags/tag611.xml"/><Relationship Id="rId57" Type="http://schemas.openxmlformats.org/officeDocument/2006/relationships/tags" Target="../tags/tag610.xml"/><Relationship Id="rId56" Type="http://schemas.openxmlformats.org/officeDocument/2006/relationships/tags" Target="../tags/tag609.xml"/><Relationship Id="rId55" Type="http://schemas.openxmlformats.org/officeDocument/2006/relationships/tags" Target="../tags/tag608.xml"/><Relationship Id="rId54" Type="http://schemas.openxmlformats.org/officeDocument/2006/relationships/tags" Target="../tags/tag607.xml"/><Relationship Id="rId53" Type="http://schemas.openxmlformats.org/officeDocument/2006/relationships/tags" Target="../tags/tag606.xml"/><Relationship Id="rId52" Type="http://schemas.openxmlformats.org/officeDocument/2006/relationships/tags" Target="../tags/tag605.xml"/><Relationship Id="rId51" Type="http://schemas.openxmlformats.org/officeDocument/2006/relationships/tags" Target="../tags/tag604.xml"/><Relationship Id="rId50" Type="http://schemas.openxmlformats.org/officeDocument/2006/relationships/tags" Target="../tags/tag603.xml"/><Relationship Id="rId5" Type="http://schemas.openxmlformats.org/officeDocument/2006/relationships/tags" Target="../tags/tag570.xml"/><Relationship Id="rId49" Type="http://schemas.openxmlformats.org/officeDocument/2006/relationships/tags" Target="../tags/tag602.xml"/><Relationship Id="rId48" Type="http://schemas.openxmlformats.org/officeDocument/2006/relationships/tags" Target="../tags/tag601.xml"/><Relationship Id="rId47" Type="http://schemas.openxmlformats.org/officeDocument/2006/relationships/tags" Target="../tags/tag600.xml"/><Relationship Id="rId46" Type="http://schemas.openxmlformats.org/officeDocument/2006/relationships/tags" Target="../tags/tag599.xml"/><Relationship Id="rId45" Type="http://schemas.openxmlformats.org/officeDocument/2006/relationships/tags" Target="../tags/tag598.xml"/><Relationship Id="rId44" Type="http://schemas.openxmlformats.org/officeDocument/2006/relationships/tags" Target="../tags/tag597.xml"/><Relationship Id="rId43" Type="http://schemas.openxmlformats.org/officeDocument/2006/relationships/tags" Target="../tags/tag596.xml"/><Relationship Id="rId42" Type="http://schemas.openxmlformats.org/officeDocument/2006/relationships/image" Target="../media/image23.svg"/><Relationship Id="rId41" Type="http://schemas.openxmlformats.org/officeDocument/2006/relationships/image" Target="../media/image22.png"/><Relationship Id="rId40" Type="http://schemas.openxmlformats.org/officeDocument/2006/relationships/tags" Target="../tags/tag595.xml"/><Relationship Id="rId4" Type="http://schemas.openxmlformats.org/officeDocument/2006/relationships/tags" Target="../tags/tag569.xml"/><Relationship Id="rId39" Type="http://schemas.openxmlformats.org/officeDocument/2006/relationships/tags" Target="../tags/tag594.xml"/><Relationship Id="rId38" Type="http://schemas.openxmlformats.org/officeDocument/2006/relationships/tags" Target="../tags/tag593.xml"/><Relationship Id="rId37" Type="http://schemas.openxmlformats.org/officeDocument/2006/relationships/tags" Target="../tags/tag592.xml"/><Relationship Id="rId36" Type="http://schemas.openxmlformats.org/officeDocument/2006/relationships/tags" Target="../tags/tag591.xml"/><Relationship Id="rId35" Type="http://schemas.openxmlformats.org/officeDocument/2006/relationships/image" Target="../media/image67.svg"/><Relationship Id="rId34" Type="http://schemas.openxmlformats.org/officeDocument/2006/relationships/image" Target="../media/image66.png"/><Relationship Id="rId33" Type="http://schemas.openxmlformats.org/officeDocument/2006/relationships/tags" Target="../tags/tag590.xml"/><Relationship Id="rId32" Type="http://schemas.openxmlformats.org/officeDocument/2006/relationships/tags" Target="../tags/tag589.xml"/><Relationship Id="rId31" Type="http://schemas.openxmlformats.org/officeDocument/2006/relationships/tags" Target="../tags/tag588.xml"/><Relationship Id="rId30" Type="http://schemas.openxmlformats.org/officeDocument/2006/relationships/tags" Target="../tags/tag587.xml"/><Relationship Id="rId3" Type="http://schemas.openxmlformats.org/officeDocument/2006/relationships/tags" Target="../tags/tag568.xml"/><Relationship Id="rId29" Type="http://schemas.openxmlformats.org/officeDocument/2006/relationships/tags" Target="../tags/tag586.xml"/><Relationship Id="rId28" Type="http://schemas.openxmlformats.org/officeDocument/2006/relationships/image" Target="../media/image65.svg"/><Relationship Id="rId27" Type="http://schemas.openxmlformats.org/officeDocument/2006/relationships/image" Target="../media/image64.png"/><Relationship Id="rId26" Type="http://schemas.openxmlformats.org/officeDocument/2006/relationships/tags" Target="../tags/tag585.xml"/><Relationship Id="rId25" Type="http://schemas.openxmlformats.org/officeDocument/2006/relationships/tags" Target="../tags/tag584.xml"/><Relationship Id="rId24" Type="http://schemas.openxmlformats.org/officeDocument/2006/relationships/tags" Target="../tags/tag583.xml"/><Relationship Id="rId23" Type="http://schemas.openxmlformats.org/officeDocument/2006/relationships/tags" Target="../tags/tag582.xml"/><Relationship Id="rId22" Type="http://schemas.openxmlformats.org/officeDocument/2006/relationships/tags" Target="../tags/tag581.xml"/><Relationship Id="rId21" Type="http://schemas.openxmlformats.org/officeDocument/2006/relationships/image" Target="../media/image63.svg"/><Relationship Id="rId20" Type="http://schemas.openxmlformats.org/officeDocument/2006/relationships/image" Target="../media/image62.png"/><Relationship Id="rId2" Type="http://schemas.openxmlformats.org/officeDocument/2006/relationships/image" Target="../media/image2.jpeg"/><Relationship Id="rId19" Type="http://schemas.openxmlformats.org/officeDocument/2006/relationships/tags" Target="../tags/tag580.xml"/><Relationship Id="rId18" Type="http://schemas.openxmlformats.org/officeDocument/2006/relationships/tags" Target="../tags/tag579.xml"/><Relationship Id="rId17" Type="http://schemas.openxmlformats.org/officeDocument/2006/relationships/tags" Target="../tags/tag578.xml"/><Relationship Id="rId16" Type="http://schemas.openxmlformats.org/officeDocument/2006/relationships/tags" Target="../tags/tag577.xml"/><Relationship Id="rId15" Type="http://schemas.openxmlformats.org/officeDocument/2006/relationships/tags" Target="../tags/tag576.xml"/><Relationship Id="rId14" Type="http://schemas.openxmlformats.org/officeDocument/2006/relationships/image" Target="../media/image61.svg"/><Relationship Id="rId13" Type="http://schemas.openxmlformats.org/officeDocument/2006/relationships/image" Target="../media/image60.png"/><Relationship Id="rId12" Type="http://schemas.openxmlformats.org/officeDocument/2006/relationships/tags" Target="../tags/tag575.xml"/><Relationship Id="rId11" Type="http://schemas.openxmlformats.org/officeDocument/2006/relationships/tags" Target="../tags/tag574.xml"/><Relationship Id="rId10" Type="http://schemas.openxmlformats.org/officeDocument/2006/relationships/tags" Target="../tags/tag573.xml"/><Relationship Id="rId1" Type="http://schemas.openxmlformats.org/officeDocument/2006/relationships/tags" Target="../tags/tag56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svg"/><Relationship Id="rId81" Type="http://schemas.openxmlformats.org/officeDocument/2006/relationships/slideLayout" Target="../slideLayouts/slideLayout17.xml"/><Relationship Id="rId80" Type="http://schemas.openxmlformats.org/officeDocument/2006/relationships/tags" Target="../tags/tag689.xml"/><Relationship Id="rId8" Type="http://schemas.openxmlformats.org/officeDocument/2006/relationships/image" Target="../media/image68.png"/><Relationship Id="rId79" Type="http://schemas.openxmlformats.org/officeDocument/2006/relationships/tags" Target="../tags/tag688.xml"/><Relationship Id="rId78" Type="http://schemas.openxmlformats.org/officeDocument/2006/relationships/tags" Target="../tags/tag687.xml"/><Relationship Id="rId77" Type="http://schemas.openxmlformats.org/officeDocument/2006/relationships/tags" Target="../tags/tag686.xml"/><Relationship Id="rId76" Type="http://schemas.openxmlformats.org/officeDocument/2006/relationships/tags" Target="../tags/tag685.xml"/><Relationship Id="rId75" Type="http://schemas.openxmlformats.org/officeDocument/2006/relationships/tags" Target="../tags/tag684.xml"/><Relationship Id="rId74" Type="http://schemas.openxmlformats.org/officeDocument/2006/relationships/tags" Target="../tags/tag683.xml"/><Relationship Id="rId73" Type="http://schemas.openxmlformats.org/officeDocument/2006/relationships/tags" Target="../tags/tag682.xml"/><Relationship Id="rId72" Type="http://schemas.openxmlformats.org/officeDocument/2006/relationships/tags" Target="../tags/tag681.xml"/><Relationship Id="rId71" Type="http://schemas.openxmlformats.org/officeDocument/2006/relationships/tags" Target="../tags/tag680.xml"/><Relationship Id="rId70" Type="http://schemas.openxmlformats.org/officeDocument/2006/relationships/tags" Target="../tags/tag679.xml"/><Relationship Id="rId7" Type="http://schemas.openxmlformats.org/officeDocument/2006/relationships/tags" Target="../tags/tag624.xml"/><Relationship Id="rId69" Type="http://schemas.openxmlformats.org/officeDocument/2006/relationships/tags" Target="../tags/tag678.xml"/><Relationship Id="rId68" Type="http://schemas.openxmlformats.org/officeDocument/2006/relationships/tags" Target="../tags/tag677.xml"/><Relationship Id="rId67" Type="http://schemas.openxmlformats.org/officeDocument/2006/relationships/tags" Target="../tags/tag676.xml"/><Relationship Id="rId66" Type="http://schemas.openxmlformats.org/officeDocument/2006/relationships/tags" Target="../tags/tag675.xml"/><Relationship Id="rId65" Type="http://schemas.openxmlformats.org/officeDocument/2006/relationships/tags" Target="../tags/tag674.xml"/><Relationship Id="rId64" Type="http://schemas.openxmlformats.org/officeDocument/2006/relationships/tags" Target="../tags/tag673.xml"/><Relationship Id="rId63" Type="http://schemas.openxmlformats.org/officeDocument/2006/relationships/image" Target="../media/image71.svg"/><Relationship Id="rId62" Type="http://schemas.openxmlformats.org/officeDocument/2006/relationships/image" Target="../media/image70.png"/><Relationship Id="rId61" Type="http://schemas.openxmlformats.org/officeDocument/2006/relationships/tags" Target="../tags/tag672.xml"/><Relationship Id="rId60" Type="http://schemas.openxmlformats.org/officeDocument/2006/relationships/tags" Target="../tags/tag671.xml"/><Relationship Id="rId6" Type="http://schemas.openxmlformats.org/officeDocument/2006/relationships/tags" Target="../tags/tag623.xml"/><Relationship Id="rId59" Type="http://schemas.openxmlformats.org/officeDocument/2006/relationships/tags" Target="../tags/tag670.xml"/><Relationship Id="rId58" Type="http://schemas.openxmlformats.org/officeDocument/2006/relationships/tags" Target="../tags/tag669.xml"/><Relationship Id="rId57" Type="http://schemas.openxmlformats.org/officeDocument/2006/relationships/tags" Target="../tags/tag668.xml"/><Relationship Id="rId56" Type="http://schemas.openxmlformats.org/officeDocument/2006/relationships/tags" Target="../tags/tag667.xml"/><Relationship Id="rId55" Type="http://schemas.openxmlformats.org/officeDocument/2006/relationships/tags" Target="../tags/tag666.xml"/><Relationship Id="rId54" Type="http://schemas.openxmlformats.org/officeDocument/2006/relationships/tags" Target="../tags/tag665.xml"/><Relationship Id="rId53" Type="http://schemas.openxmlformats.org/officeDocument/2006/relationships/tags" Target="../tags/tag664.xml"/><Relationship Id="rId52" Type="http://schemas.openxmlformats.org/officeDocument/2006/relationships/tags" Target="../tags/tag663.xml"/><Relationship Id="rId51" Type="http://schemas.openxmlformats.org/officeDocument/2006/relationships/tags" Target="../tags/tag662.xml"/><Relationship Id="rId50" Type="http://schemas.openxmlformats.org/officeDocument/2006/relationships/tags" Target="../tags/tag661.xml"/><Relationship Id="rId5" Type="http://schemas.openxmlformats.org/officeDocument/2006/relationships/tags" Target="../tags/tag622.xml"/><Relationship Id="rId49" Type="http://schemas.openxmlformats.org/officeDocument/2006/relationships/tags" Target="../tags/tag660.xml"/><Relationship Id="rId48" Type="http://schemas.openxmlformats.org/officeDocument/2006/relationships/tags" Target="../tags/tag659.xml"/><Relationship Id="rId47" Type="http://schemas.openxmlformats.org/officeDocument/2006/relationships/tags" Target="../tags/tag658.xml"/><Relationship Id="rId46" Type="http://schemas.openxmlformats.org/officeDocument/2006/relationships/tags" Target="../tags/tag657.xml"/><Relationship Id="rId45" Type="http://schemas.openxmlformats.org/officeDocument/2006/relationships/tags" Target="../tags/tag656.xml"/><Relationship Id="rId44" Type="http://schemas.openxmlformats.org/officeDocument/2006/relationships/tags" Target="../tags/tag655.xml"/><Relationship Id="rId43" Type="http://schemas.openxmlformats.org/officeDocument/2006/relationships/tags" Target="../tags/tag654.xml"/><Relationship Id="rId42" Type="http://schemas.openxmlformats.org/officeDocument/2006/relationships/tags" Target="../tags/tag653.xml"/><Relationship Id="rId41" Type="http://schemas.openxmlformats.org/officeDocument/2006/relationships/tags" Target="../tags/tag652.xml"/><Relationship Id="rId40" Type="http://schemas.openxmlformats.org/officeDocument/2006/relationships/tags" Target="../tags/tag651.xml"/><Relationship Id="rId4" Type="http://schemas.openxmlformats.org/officeDocument/2006/relationships/tags" Target="../tags/tag621.xml"/><Relationship Id="rId39" Type="http://schemas.openxmlformats.org/officeDocument/2006/relationships/tags" Target="../tags/tag650.xml"/><Relationship Id="rId38" Type="http://schemas.openxmlformats.org/officeDocument/2006/relationships/tags" Target="../tags/tag649.xml"/><Relationship Id="rId37" Type="http://schemas.openxmlformats.org/officeDocument/2006/relationships/tags" Target="../tags/tag648.xml"/><Relationship Id="rId36" Type="http://schemas.openxmlformats.org/officeDocument/2006/relationships/tags" Target="../tags/tag647.xml"/><Relationship Id="rId35" Type="http://schemas.openxmlformats.org/officeDocument/2006/relationships/tags" Target="../tags/tag646.xml"/><Relationship Id="rId34" Type="http://schemas.openxmlformats.org/officeDocument/2006/relationships/tags" Target="../tags/tag645.xml"/><Relationship Id="rId33" Type="http://schemas.openxmlformats.org/officeDocument/2006/relationships/image" Target="../media/image23.svg"/><Relationship Id="rId32" Type="http://schemas.openxmlformats.org/officeDocument/2006/relationships/image" Target="../media/image22.png"/><Relationship Id="rId31" Type="http://schemas.openxmlformats.org/officeDocument/2006/relationships/tags" Target="../tags/tag644.xml"/><Relationship Id="rId30" Type="http://schemas.openxmlformats.org/officeDocument/2006/relationships/tags" Target="../tags/tag643.xml"/><Relationship Id="rId3" Type="http://schemas.openxmlformats.org/officeDocument/2006/relationships/tags" Target="../tags/tag620.xml"/><Relationship Id="rId29" Type="http://schemas.openxmlformats.org/officeDocument/2006/relationships/tags" Target="../tags/tag642.xml"/><Relationship Id="rId28" Type="http://schemas.openxmlformats.org/officeDocument/2006/relationships/tags" Target="../tags/tag641.xml"/><Relationship Id="rId27" Type="http://schemas.openxmlformats.org/officeDocument/2006/relationships/tags" Target="../tags/tag640.xml"/><Relationship Id="rId26" Type="http://schemas.openxmlformats.org/officeDocument/2006/relationships/tags" Target="../tags/tag639.xml"/><Relationship Id="rId25" Type="http://schemas.openxmlformats.org/officeDocument/2006/relationships/tags" Target="../tags/tag638.xml"/><Relationship Id="rId24" Type="http://schemas.openxmlformats.org/officeDocument/2006/relationships/tags" Target="../tags/tag637.xml"/><Relationship Id="rId23" Type="http://schemas.openxmlformats.org/officeDocument/2006/relationships/image" Target="../media/image19.svg"/><Relationship Id="rId22" Type="http://schemas.openxmlformats.org/officeDocument/2006/relationships/image" Target="../media/image18.png"/><Relationship Id="rId21" Type="http://schemas.openxmlformats.org/officeDocument/2006/relationships/tags" Target="../tags/tag636.xml"/><Relationship Id="rId20" Type="http://schemas.openxmlformats.org/officeDocument/2006/relationships/tags" Target="../tags/tag635.xml"/><Relationship Id="rId2" Type="http://schemas.openxmlformats.org/officeDocument/2006/relationships/image" Target="../media/image2.jpeg"/><Relationship Id="rId19" Type="http://schemas.openxmlformats.org/officeDocument/2006/relationships/tags" Target="../tags/tag634.xml"/><Relationship Id="rId18" Type="http://schemas.openxmlformats.org/officeDocument/2006/relationships/tags" Target="../tags/tag633.xml"/><Relationship Id="rId17" Type="http://schemas.openxmlformats.org/officeDocument/2006/relationships/tags" Target="../tags/tag632.xml"/><Relationship Id="rId16" Type="http://schemas.openxmlformats.org/officeDocument/2006/relationships/tags" Target="../tags/tag631.xml"/><Relationship Id="rId15" Type="http://schemas.openxmlformats.org/officeDocument/2006/relationships/tags" Target="../tags/tag630.xml"/><Relationship Id="rId14" Type="http://schemas.openxmlformats.org/officeDocument/2006/relationships/tags" Target="../tags/tag629.xml"/><Relationship Id="rId13" Type="http://schemas.openxmlformats.org/officeDocument/2006/relationships/tags" Target="../tags/tag628.xml"/><Relationship Id="rId12" Type="http://schemas.openxmlformats.org/officeDocument/2006/relationships/tags" Target="../tags/tag627.xml"/><Relationship Id="rId11" Type="http://schemas.openxmlformats.org/officeDocument/2006/relationships/tags" Target="../tags/tag626.xml"/><Relationship Id="rId10" Type="http://schemas.openxmlformats.org/officeDocument/2006/relationships/tags" Target="../tags/tag625.xml"/><Relationship Id="rId1" Type="http://schemas.openxmlformats.org/officeDocument/2006/relationships/tags" Target="../tags/tag619.xml"/></Relationships>
</file>

<file path=ppt/slides/_rels/slide15.xml.rels><?xml version="1.0" encoding="UTF-8" standalone="yes"?>
<Relationships xmlns="http://schemas.openxmlformats.org/package/2006/relationships"><Relationship Id="rId99" Type="http://schemas.openxmlformats.org/officeDocument/2006/relationships/image" Target="../media/image77.svg"/><Relationship Id="rId98" Type="http://schemas.openxmlformats.org/officeDocument/2006/relationships/image" Target="../media/image76.png"/><Relationship Id="rId97" Type="http://schemas.openxmlformats.org/officeDocument/2006/relationships/tags" Target="../tags/tag777.xml"/><Relationship Id="rId96" Type="http://schemas.openxmlformats.org/officeDocument/2006/relationships/tags" Target="../tags/tag776.xml"/><Relationship Id="rId95" Type="http://schemas.openxmlformats.org/officeDocument/2006/relationships/tags" Target="../tags/tag775.xml"/><Relationship Id="rId94" Type="http://schemas.openxmlformats.org/officeDocument/2006/relationships/tags" Target="../tags/tag774.xml"/><Relationship Id="rId93" Type="http://schemas.openxmlformats.org/officeDocument/2006/relationships/image" Target="../media/image75.svg"/><Relationship Id="rId92" Type="http://schemas.openxmlformats.org/officeDocument/2006/relationships/image" Target="../media/image74.png"/><Relationship Id="rId91" Type="http://schemas.openxmlformats.org/officeDocument/2006/relationships/tags" Target="../tags/tag773.xml"/><Relationship Id="rId90" Type="http://schemas.openxmlformats.org/officeDocument/2006/relationships/tags" Target="../tags/tag772.xml"/><Relationship Id="rId9" Type="http://schemas.openxmlformats.org/officeDocument/2006/relationships/tags" Target="../tags/tag697.xml"/><Relationship Id="rId89" Type="http://schemas.openxmlformats.org/officeDocument/2006/relationships/tags" Target="../tags/tag771.xml"/><Relationship Id="rId88" Type="http://schemas.openxmlformats.org/officeDocument/2006/relationships/tags" Target="../tags/tag770.xml"/><Relationship Id="rId87" Type="http://schemas.openxmlformats.org/officeDocument/2006/relationships/image" Target="../media/image73.svg"/><Relationship Id="rId86" Type="http://schemas.openxmlformats.org/officeDocument/2006/relationships/image" Target="../media/image72.png"/><Relationship Id="rId85" Type="http://schemas.openxmlformats.org/officeDocument/2006/relationships/tags" Target="../tags/tag769.xml"/><Relationship Id="rId84" Type="http://schemas.openxmlformats.org/officeDocument/2006/relationships/tags" Target="../tags/tag768.xml"/><Relationship Id="rId83" Type="http://schemas.openxmlformats.org/officeDocument/2006/relationships/tags" Target="../tags/tag767.xml"/><Relationship Id="rId82" Type="http://schemas.openxmlformats.org/officeDocument/2006/relationships/image" Target="../media/image23.svg"/><Relationship Id="rId81" Type="http://schemas.openxmlformats.org/officeDocument/2006/relationships/image" Target="../media/image22.png"/><Relationship Id="rId80" Type="http://schemas.openxmlformats.org/officeDocument/2006/relationships/tags" Target="../tags/tag766.xml"/><Relationship Id="rId8" Type="http://schemas.openxmlformats.org/officeDocument/2006/relationships/tags" Target="../tags/tag696.xml"/><Relationship Id="rId79" Type="http://schemas.openxmlformats.org/officeDocument/2006/relationships/tags" Target="../tags/tag765.xml"/><Relationship Id="rId78" Type="http://schemas.openxmlformats.org/officeDocument/2006/relationships/tags" Target="../tags/tag764.xml"/><Relationship Id="rId77" Type="http://schemas.openxmlformats.org/officeDocument/2006/relationships/tags" Target="../tags/tag763.xml"/><Relationship Id="rId76" Type="http://schemas.openxmlformats.org/officeDocument/2006/relationships/tags" Target="../tags/tag762.xml"/><Relationship Id="rId75" Type="http://schemas.openxmlformats.org/officeDocument/2006/relationships/tags" Target="../tags/tag761.xml"/><Relationship Id="rId74" Type="http://schemas.openxmlformats.org/officeDocument/2006/relationships/tags" Target="../tags/tag760.xml"/><Relationship Id="rId73" Type="http://schemas.openxmlformats.org/officeDocument/2006/relationships/tags" Target="../tags/tag759.xml"/><Relationship Id="rId72" Type="http://schemas.openxmlformats.org/officeDocument/2006/relationships/tags" Target="../tags/tag758.xml"/><Relationship Id="rId71" Type="http://schemas.openxmlformats.org/officeDocument/2006/relationships/tags" Target="../tags/tag757.xml"/><Relationship Id="rId70" Type="http://schemas.openxmlformats.org/officeDocument/2006/relationships/tags" Target="../tags/tag756.xml"/><Relationship Id="rId7" Type="http://schemas.openxmlformats.org/officeDocument/2006/relationships/tags" Target="../tags/tag695.xml"/><Relationship Id="rId69" Type="http://schemas.openxmlformats.org/officeDocument/2006/relationships/tags" Target="../tags/tag755.xml"/><Relationship Id="rId68" Type="http://schemas.openxmlformats.org/officeDocument/2006/relationships/tags" Target="../tags/tag754.xml"/><Relationship Id="rId67" Type="http://schemas.openxmlformats.org/officeDocument/2006/relationships/tags" Target="../tags/tag753.xml"/><Relationship Id="rId66" Type="http://schemas.openxmlformats.org/officeDocument/2006/relationships/tags" Target="../tags/tag752.xml"/><Relationship Id="rId65" Type="http://schemas.openxmlformats.org/officeDocument/2006/relationships/tags" Target="../tags/tag751.xml"/><Relationship Id="rId64" Type="http://schemas.openxmlformats.org/officeDocument/2006/relationships/tags" Target="../tags/tag750.xml"/><Relationship Id="rId63" Type="http://schemas.openxmlformats.org/officeDocument/2006/relationships/tags" Target="../tags/tag749.xml"/><Relationship Id="rId62" Type="http://schemas.openxmlformats.org/officeDocument/2006/relationships/tags" Target="../tags/tag748.xml"/><Relationship Id="rId61" Type="http://schemas.openxmlformats.org/officeDocument/2006/relationships/tags" Target="../tags/tag747.xml"/><Relationship Id="rId60" Type="http://schemas.openxmlformats.org/officeDocument/2006/relationships/tags" Target="../tags/tag746.xml"/><Relationship Id="rId6" Type="http://schemas.openxmlformats.org/officeDocument/2006/relationships/tags" Target="../tags/tag694.xml"/><Relationship Id="rId59" Type="http://schemas.openxmlformats.org/officeDocument/2006/relationships/tags" Target="../tags/tag745.xml"/><Relationship Id="rId58" Type="http://schemas.openxmlformats.org/officeDocument/2006/relationships/tags" Target="../tags/tag744.xml"/><Relationship Id="rId57" Type="http://schemas.openxmlformats.org/officeDocument/2006/relationships/tags" Target="../tags/tag743.xml"/><Relationship Id="rId56" Type="http://schemas.openxmlformats.org/officeDocument/2006/relationships/tags" Target="../tags/tag742.xml"/><Relationship Id="rId55" Type="http://schemas.openxmlformats.org/officeDocument/2006/relationships/tags" Target="../tags/tag741.xml"/><Relationship Id="rId54" Type="http://schemas.openxmlformats.org/officeDocument/2006/relationships/tags" Target="../tags/tag740.xml"/><Relationship Id="rId53" Type="http://schemas.openxmlformats.org/officeDocument/2006/relationships/tags" Target="../tags/tag739.xml"/><Relationship Id="rId52" Type="http://schemas.openxmlformats.org/officeDocument/2006/relationships/image" Target="../media/image55.svg"/><Relationship Id="rId51" Type="http://schemas.openxmlformats.org/officeDocument/2006/relationships/image" Target="../media/image54.png"/><Relationship Id="rId50" Type="http://schemas.openxmlformats.org/officeDocument/2006/relationships/tags" Target="../tags/tag738.xml"/><Relationship Id="rId5" Type="http://schemas.openxmlformats.org/officeDocument/2006/relationships/tags" Target="../tags/tag693.xml"/><Relationship Id="rId49" Type="http://schemas.openxmlformats.org/officeDocument/2006/relationships/tags" Target="../tags/tag737.xml"/><Relationship Id="rId48" Type="http://schemas.openxmlformats.org/officeDocument/2006/relationships/tags" Target="../tags/tag736.xml"/><Relationship Id="rId47" Type="http://schemas.openxmlformats.org/officeDocument/2006/relationships/tags" Target="../tags/tag735.xml"/><Relationship Id="rId46" Type="http://schemas.openxmlformats.org/officeDocument/2006/relationships/tags" Target="../tags/tag734.xml"/><Relationship Id="rId45" Type="http://schemas.openxmlformats.org/officeDocument/2006/relationships/tags" Target="../tags/tag733.xml"/><Relationship Id="rId44" Type="http://schemas.openxmlformats.org/officeDocument/2006/relationships/tags" Target="../tags/tag732.xml"/><Relationship Id="rId43" Type="http://schemas.openxmlformats.org/officeDocument/2006/relationships/tags" Target="../tags/tag731.xml"/><Relationship Id="rId42" Type="http://schemas.openxmlformats.org/officeDocument/2006/relationships/tags" Target="../tags/tag730.xml"/><Relationship Id="rId41" Type="http://schemas.openxmlformats.org/officeDocument/2006/relationships/tags" Target="../tags/tag729.xml"/><Relationship Id="rId40" Type="http://schemas.openxmlformats.org/officeDocument/2006/relationships/tags" Target="../tags/tag728.xml"/><Relationship Id="rId4" Type="http://schemas.openxmlformats.org/officeDocument/2006/relationships/tags" Target="../tags/tag692.xml"/><Relationship Id="rId39" Type="http://schemas.openxmlformats.org/officeDocument/2006/relationships/tags" Target="../tags/tag727.xml"/><Relationship Id="rId38" Type="http://schemas.openxmlformats.org/officeDocument/2006/relationships/tags" Target="../tags/tag726.xml"/><Relationship Id="rId37" Type="http://schemas.openxmlformats.org/officeDocument/2006/relationships/tags" Target="../tags/tag725.xml"/><Relationship Id="rId36" Type="http://schemas.openxmlformats.org/officeDocument/2006/relationships/tags" Target="../tags/tag724.xml"/><Relationship Id="rId35" Type="http://schemas.openxmlformats.org/officeDocument/2006/relationships/tags" Target="../tags/tag723.xml"/><Relationship Id="rId34" Type="http://schemas.openxmlformats.org/officeDocument/2006/relationships/tags" Target="../tags/tag722.xml"/><Relationship Id="rId33" Type="http://schemas.openxmlformats.org/officeDocument/2006/relationships/tags" Target="../tags/tag721.xml"/><Relationship Id="rId32" Type="http://schemas.openxmlformats.org/officeDocument/2006/relationships/tags" Target="../tags/tag720.xml"/><Relationship Id="rId31" Type="http://schemas.openxmlformats.org/officeDocument/2006/relationships/tags" Target="../tags/tag719.xml"/><Relationship Id="rId30" Type="http://schemas.openxmlformats.org/officeDocument/2006/relationships/tags" Target="../tags/tag718.xml"/><Relationship Id="rId3" Type="http://schemas.openxmlformats.org/officeDocument/2006/relationships/tags" Target="../tags/tag691.xml"/><Relationship Id="rId29" Type="http://schemas.openxmlformats.org/officeDocument/2006/relationships/tags" Target="../tags/tag717.xml"/><Relationship Id="rId28" Type="http://schemas.openxmlformats.org/officeDocument/2006/relationships/tags" Target="../tags/tag716.xml"/><Relationship Id="rId27" Type="http://schemas.openxmlformats.org/officeDocument/2006/relationships/tags" Target="../tags/tag715.xml"/><Relationship Id="rId26" Type="http://schemas.openxmlformats.org/officeDocument/2006/relationships/tags" Target="../tags/tag714.xml"/><Relationship Id="rId25" Type="http://schemas.openxmlformats.org/officeDocument/2006/relationships/tags" Target="../tags/tag713.xml"/><Relationship Id="rId24" Type="http://schemas.openxmlformats.org/officeDocument/2006/relationships/tags" Target="../tags/tag712.xml"/><Relationship Id="rId23" Type="http://schemas.openxmlformats.org/officeDocument/2006/relationships/tags" Target="../tags/tag711.xml"/><Relationship Id="rId22" Type="http://schemas.openxmlformats.org/officeDocument/2006/relationships/tags" Target="../tags/tag710.xml"/><Relationship Id="rId21" Type="http://schemas.openxmlformats.org/officeDocument/2006/relationships/tags" Target="../tags/tag709.xml"/><Relationship Id="rId20" Type="http://schemas.openxmlformats.org/officeDocument/2006/relationships/tags" Target="../tags/tag708.xml"/><Relationship Id="rId2" Type="http://schemas.openxmlformats.org/officeDocument/2006/relationships/image" Target="../media/image2.jpeg"/><Relationship Id="rId19" Type="http://schemas.openxmlformats.org/officeDocument/2006/relationships/tags" Target="../tags/tag707.xml"/><Relationship Id="rId18" Type="http://schemas.openxmlformats.org/officeDocument/2006/relationships/tags" Target="../tags/tag706.xml"/><Relationship Id="rId17" Type="http://schemas.openxmlformats.org/officeDocument/2006/relationships/tags" Target="../tags/tag705.xml"/><Relationship Id="rId16" Type="http://schemas.openxmlformats.org/officeDocument/2006/relationships/tags" Target="../tags/tag704.xml"/><Relationship Id="rId15" Type="http://schemas.openxmlformats.org/officeDocument/2006/relationships/tags" Target="../tags/tag703.xml"/><Relationship Id="rId14" Type="http://schemas.openxmlformats.org/officeDocument/2006/relationships/tags" Target="../tags/tag702.xml"/><Relationship Id="rId13" Type="http://schemas.openxmlformats.org/officeDocument/2006/relationships/tags" Target="../tags/tag701.xml"/><Relationship Id="rId12" Type="http://schemas.openxmlformats.org/officeDocument/2006/relationships/tags" Target="../tags/tag700.xml"/><Relationship Id="rId11" Type="http://schemas.openxmlformats.org/officeDocument/2006/relationships/tags" Target="../tags/tag699.xml"/><Relationship Id="rId108" Type="http://schemas.openxmlformats.org/officeDocument/2006/relationships/slideLayout" Target="../slideLayouts/slideLayout17.xml"/><Relationship Id="rId107" Type="http://schemas.openxmlformats.org/officeDocument/2006/relationships/tags" Target="../tags/tag783.xml"/><Relationship Id="rId106" Type="http://schemas.openxmlformats.org/officeDocument/2006/relationships/tags" Target="../tags/tag782.xml"/><Relationship Id="rId105" Type="http://schemas.openxmlformats.org/officeDocument/2006/relationships/image" Target="../media/image79.svg"/><Relationship Id="rId104" Type="http://schemas.openxmlformats.org/officeDocument/2006/relationships/image" Target="../media/image78.png"/><Relationship Id="rId103" Type="http://schemas.openxmlformats.org/officeDocument/2006/relationships/tags" Target="../tags/tag781.xml"/><Relationship Id="rId102" Type="http://schemas.openxmlformats.org/officeDocument/2006/relationships/tags" Target="../tags/tag780.xml"/><Relationship Id="rId101" Type="http://schemas.openxmlformats.org/officeDocument/2006/relationships/tags" Target="../tags/tag779.xml"/><Relationship Id="rId100" Type="http://schemas.openxmlformats.org/officeDocument/2006/relationships/tags" Target="../tags/tag778.xml"/><Relationship Id="rId10" Type="http://schemas.openxmlformats.org/officeDocument/2006/relationships/tags" Target="../tags/tag698.xml"/><Relationship Id="rId1" Type="http://schemas.openxmlformats.org/officeDocument/2006/relationships/tags" Target="../tags/tag69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tags" Target="../tags/tag790.xml"/><Relationship Id="rId7" Type="http://schemas.openxmlformats.org/officeDocument/2006/relationships/tags" Target="../tags/tag789.xml"/><Relationship Id="rId6" Type="http://schemas.openxmlformats.org/officeDocument/2006/relationships/tags" Target="../tags/tag788.xml"/><Relationship Id="rId53" Type="http://schemas.openxmlformats.org/officeDocument/2006/relationships/slideLayout" Target="../slideLayouts/slideLayout17.xml"/><Relationship Id="rId52" Type="http://schemas.openxmlformats.org/officeDocument/2006/relationships/tags" Target="../tags/tag828.xml"/><Relationship Id="rId51" Type="http://schemas.openxmlformats.org/officeDocument/2006/relationships/tags" Target="../tags/tag827.xml"/><Relationship Id="rId50" Type="http://schemas.openxmlformats.org/officeDocument/2006/relationships/tags" Target="../tags/tag826.xml"/><Relationship Id="rId5" Type="http://schemas.openxmlformats.org/officeDocument/2006/relationships/tags" Target="../tags/tag787.xml"/><Relationship Id="rId49" Type="http://schemas.openxmlformats.org/officeDocument/2006/relationships/tags" Target="../tags/tag825.xml"/><Relationship Id="rId48" Type="http://schemas.openxmlformats.org/officeDocument/2006/relationships/tags" Target="../tags/tag824.xml"/><Relationship Id="rId47" Type="http://schemas.openxmlformats.org/officeDocument/2006/relationships/tags" Target="../tags/tag823.xml"/><Relationship Id="rId46" Type="http://schemas.openxmlformats.org/officeDocument/2006/relationships/tags" Target="../tags/tag822.xml"/><Relationship Id="rId45" Type="http://schemas.openxmlformats.org/officeDocument/2006/relationships/tags" Target="../tags/tag821.xml"/><Relationship Id="rId44" Type="http://schemas.openxmlformats.org/officeDocument/2006/relationships/tags" Target="../tags/tag820.xml"/><Relationship Id="rId43" Type="http://schemas.openxmlformats.org/officeDocument/2006/relationships/tags" Target="../tags/tag819.xml"/><Relationship Id="rId42" Type="http://schemas.openxmlformats.org/officeDocument/2006/relationships/tags" Target="../tags/tag818.xml"/><Relationship Id="rId41" Type="http://schemas.openxmlformats.org/officeDocument/2006/relationships/tags" Target="../tags/tag817.xml"/><Relationship Id="rId40" Type="http://schemas.openxmlformats.org/officeDocument/2006/relationships/tags" Target="../tags/tag816.xml"/><Relationship Id="rId4" Type="http://schemas.openxmlformats.org/officeDocument/2006/relationships/tags" Target="../tags/tag786.xml"/><Relationship Id="rId39" Type="http://schemas.openxmlformats.org/officeDocument/2006/relationships/image" Target="../media/image85.svg"/><Relationship Id="rId38" Type="http://schemas.openxmlformats.org/officeDocument/2006/relationships/image" Target="../media/image84.png"/><Relationship Id="rId37" Type="http://schemas.openxmlformats.org/officeDocument/2006/relationships/tags" Target="../tags/tag815.xml"/><Relationship Id="rId36" Type="http://schemas.openxmlformats.org/officeDocument/2006/relationships/tags" Target="../tags/tag814.xml"/><Relationship Id="rId35" Type="http://schemas.openxmlformats.org/officeDocument/2006/relationships/tags" Target="../tags/tag813.xml"/><Relationship Id="rId34" Type="http://schemas.openxmlformats.org/officeDocument/2006/relationships/tags" Target="../tags/tag812.xml"/><Relationship Id="rId33" Type="http://schemas.openxmlformats.org/officeDocument/2006/relationships/tags" Target="../tags/tag811.xml"/><Relationship Id="rId32" Type="http://schemas.openxmlformats.org/officeDocument/2006/relationships/tags" Target="../tags/tag810.xml"/><Relationship Id="rId31" Type="http://schemas.openxmlformats.org/officeDocument/2006/relationships/tags" Target="../tags/tag809.xml"/><Relationship Id="rId30" Type="http://schemas.openxmlformats.org/officeDocument/2006/relationships/tags" Target="../tags/tag808.xml"/><Relationship Id="rId3" Type="http://schemas.openxmlformats.org/officeDocument/2006/relationships/tags" Target="../tags/tag785.xml"/><Relationship Id="rId29" Type="http://schemas.openxmlformats.org/officeDocument/2006/relationships/tags" Target="../tags/tag807.xml"/><Relationship Id="rId28" Type="http://schemas.openxmlformats.org/officeDocument/2006/relationships/tags" Target="../tags/tag806.xml"/><Relationship Id="rId27" Type="http://schemas.openxmlformats.org/officeDocument/2006/relationships/tags" Target="../tags/tag805.xml"/><Relationship Id="rId26" Type="http://schemas.openxmlformats.org/officeDocument/2006/relationships/tags" Target="../tags/tag804.xml"/><Relationship Id="rId25" Type="http://schemas.openxmlformats.org/officeDocument/2006/relationships/tags" Target="../tags/tag803.xml"/><Relationship Id="rId24" Type="http://schemas.openxmlformats.org/officeDocument/2006/relationships/tags" Target="../tags/tag802.xml"/><Relationship Id="rId23" Type="http://schemas.openxmlformats.org/officeDocument/2006/relationships/tags" Target="../tags/tag801.xml"/><Relationship Id="rId22" Type="http://schemas.openxmlformats.org/officeDocument/2006/relationships/image" Target="../media/image83.svg"/><Relationship Id="rId21" Type="http://schemas.openxmlformats.org/officeDocument/2006/relationships/image" Target="../media/image82.png"/><Relationship Id="rId20" Type="http://schemas.openxmlformats.org/officeDocument/2006/relationships/tags" Target="../tags/tag800.xml"/><Relationship Id="rId2" Type="http://schemas.openxmlformats.org/officeDocument/2006/relationships/image" Target="../media/image2.jpeg"/><Relationship Id="rId19" Type="http://schemas.openxmlformats.org/officeDocument/2006/relationships/tags" Target="../tags/tag799.xml"/><Relationship Id="rId18" Type="http://schemas.openxmlformats.org/officeDocument/2006/relationships/tags" Target="../tags/tag798.xml"/><Relationship Id="rId17" Type="http://schemas.openxmlformats.org/officeDocument/2006/relationships/tags" Target="../tags/tag797.xml"/><Relationship Id="rId16" Type="http://schemas.openxmlformats.org/officeDocument/2006/relationships/tags" Target="../tags/tag796.xml"/><Relationship Id="rId15" Type="http://schemas.openxmlformats.org/officeDocument/2006/relationships/tags" Target="../tags/tag795.xml"/><Relationship Id="rId14" Type="http://schemas.openxmlformats.org/officeDocument/2006/relationships/tags" Target="../tags/tag794.xml"/><Relationship Id="rId13" Type="http://schemas.openxmlformats.org/officeDocument/2006/relationships/tags" Target="../tags/tag793.xml"/><Relationship Id="rId12" Type="http://schemas.openxmlformats.org/officeDocument/2006/relationships/tags" Target="../tags/tag792.xml"/><Relationship Id="rId11" Type="http://schemas.openxmlformats.org/officeDocument/2006/relationships/tags" Target="../tags/tag791.xml"/><Relationship Id="rId10" Type="http://schemas.openxmlformats.org/officeDocument/2006/relationships/image" Target="../media/image81.svg"/><Relationship Id="rId1" Type="http://schemas.openxmlformats.org/officeDocument/2006/relationships/tags" Target="../tags/tag78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36.xml"/><Relationship Id="rId8" Type="http://schemas.openxmlformats.org/officeDocument/2006/relationships/tags" Target="../tags/tag835.xml"/><Relationship Id="rId7" Type="http://schemas.openxmlformats.org/officeDocument/2006/relationships/tags" Target="../tags/tag834.xml"/><Relationship Id="rId6" Type="http://schemas.openxmlformats.org/officeDocument/2006/relationships/tags" Target="../tags/tag833.xml"/><Relationship Id="rId5" Type="http://schemas.openxmlformats.org/officeDocument/2006/relationships/tags" Target="../tags/tag832.xml"/><Relationship Id="rId44" Type="http://schemas.openxmlformats.org/officeDocument/2006/relationships/slideLayout" Target="../slideLayouts/slideLayout17.xml"/><Relationship Id="rId43" Type="http://schemas.openxmlformats.org/officeDocument/2006/relationships/tags" Target="../tags/tag870.xml"/><Relationship Id="rId42" Type="http://schemas.openxmlformats.org/officeDocument/2006/relationships/tags" Target="../tags/tag869.xml"/><Relationship Id="rId41" Type="http://schemas.openxmlformats.org/officeDocument/2006/relationships/tags" Target="../tags/tag868.xml"/><Relationship Id="rId40" Type="http://schemas.openxmlformats.org/officeDocument/2006/relationships/tags" Target="../tags/tag867.xml"/><Relationship Id="rId4" Type="http://schemas.openxmlformats.org/officeDocument/2006/relationships/tags" Target="../tags/tag831.xml"/><Relationship Id="rId39" Type="http://schemas.openxmlformats.org/officeDocument/2006/relationships/tags" Target="../tags/tag866.xml"/><Relationship Id="rId38" Type="http://schemas.openxmlformats.org/officeDocument/2006/relationships/tags" Target="../tags/tag865.xml"/><Relationship Id="rId37" Type="http://schemas.openxmlformats.org/officeDocument/2006/relationships/tags" Target="../tags/tag864.xml"/><Relationship Id="rId36" Type="http://schemas.openxmlformats.org/officeDocument/2006/relationships/tags" Target="../tags/tag863.xml"/><Relationship Id="rId35" Type="http://schemas.openxmlformats.org/officeDocument/2006/relationships/tags" Target="../tags/tag862.xml"/><Relationship Id="rId34" Type="http://schemas.openxmlformats.org/officeDocument/2006/relationships/tags" Target="../tags/tag861.xml"/><Relationship Id="rId33" Type="http://schemas.openxmlformats.org/officeDocument/2006/relationships/tags" Target="../tags/tag860.xml"/><Relationship Id="rId32" Type="http://schemas.openxmlformats.org/officeDocument/2006/relationships/tags" Target="../tags/tag859.xml"/><Relationship Id="rId31" Type="http://schemas.openxmlformats.org/officeDocument/2006/relationships/tags" Target="../tags/tag858.xml"/><Relationship Id="rId30" Type="http://schemas.openxmlformats.org/officeDocument/2006/relationships/tags" Target="../tags/tag857.xml"/><Relationship Id="rId3" Type="http://schemas.openxmlformats.org/officeDocument/2006/relationships/tags" Target="../tags/tag830.xml"/><Relationship Id="rId29" Type="http://schemas.openxmlformats.org/officeDocument/2006/relationships/tags" Target="../tags/tag856.xml"/><Relationship Id="rId28" Type="http://schemas.openxmlformats.org/officeDocument/2006/relationships/tags" Target="../tags/tag855.xml"/><Relationship Id="rId27" Type="http://schemas.openxmlformats.org/officeDocument/2006/relationships/tags" Target="../tags/tag854.xml"/><Relationship Id="rId26" Type="http://schemas.openxmlformats.org/officeDocument/2006/relationships/tags" Target="../tags/tag853.xml"/><Relationship Id="rId25" Type="http://schemas.openxmlformats.org/officeDocument/2006/relationships/tags" Target="../tags/tag852.xml"/><Relationship Id="rId24" Type="http://schemas.openxmlformats.org/officeDocument/2006/relationships/tags" Target="../tags/tag851.xml"/><Relationship Id="rId23" Type="http://schemas.openxmlformats.org/officeDocument/2006/relationships/tags" Target="../tags/tag850.xml"/><Relationship Id="rId22" Type="http://schemas.openxmlformats.org/officeDocument/2006/relationships/tags" Target="../tags/tag849.xml"/><Relationship Id="rId21" Type="http://schemas.openxmlformats.org/officeDocument/2006/relationships/tags" Target="../tags/tag848.xml"/><Relationship Id="rId20" Type="http://schemas.openxmlformats.org/officeDocument/2006/relationships/tags" Target="../tags/tag847.xml"/><Relationship Id="rId2" Type="http://schemas.openxmlformats.org/officeDocument/2006/relationships/image" Target="../media/image2.jpeg"/><Relationship Id="rId19" Type="http://schemas.openxmlformats.org/officeDocument/2006/relationships/tags" Target="../tags/tag846.xml"/><Relationship Id="rId18" Type="http://schemas.openxmlformats.org/officeDocument/2006/relationships/tags" Target="../tags/tag845.xml"/><Relationship Id="rId17" Type="http://schemas.openxmlformats.org/officeDocument/2006/relationships/tags" Target="../tags/tag844.xml"/><Relationship Id="rId16" Type="http://schemas.openxmlformats.org/officeDocument/2006/relationships/tags" Target="../tags/tag843.xml"/><Relationship Id="rId15" Type="http://schemas.openxmlformats.org/officeDocument/2006/relationships/tags" Target="../tags/tag842.xml"/><Relationship Id="rId14" Type="http://schemas.openxmlformats.org/officeDocument/2006/relationships/tags" Target="../tags/tag841.xml"/><Relationship Id="rId13" Type="http://schemas.openxmlformats.org/officeDocument/2006/relationships/tags" Target="../tags/tag840.xml"/><Relationship Id="rId12" Type="http://schemas.openxmlformats.org/officeDocument/2006/relationships/tags" Target="../tags/tag839.xml"/><Relationship Id="rId11" Type="http://schemas.openxmlformats.org/officeDocument/2006/relationships/tags" Target="../tags/tag838.xml"/><Relationship Id="rId10" Type="http://schemas.openxmlformats.org/officeDocument/2006/relationships/tags" Target="../tags/tag837.xml"/><Relationship Id="rId1" Type="http://schemas.openxmlformats.org/officeDocument/2006/relationships/tags" Target="../tags/tag82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78.xml"/><Relationship Id="rId8" Type="http://schemas.openxmlformats.org/officeDocument/2006/relationships/tags" Target="../tags/tag877.xml"/><Relationship Id="rId7" Type="http://schemas.openxmlformats.org/officeDocument/2006/relationships/tags" Target="../tags/tag876.xml"/><Relationship Id="rId6" Type="http://schemas.openxmlformats.org/officeDocument/2006/relationships/tags" Target="../tags/tag875.xml"/><Relationship Id="rId5" Type="http://schemas.openxmlformats.org/officeDocument/2006/relationships/tags" Target="../tags/tag874.xml"/><Relationship Id="rId4" Type="http://schemas.openxmlformats.org/officeDocument/2006/relationships/tags" Target="../tags/tag873.xml"/><Relationship Id="rId3" Type="http://schemas.openxmlformats.org/officeDocument/2006/relationships/tags" Target="../tags/tag872.xml"/><Relationship Id="rId2" Type="http://schemas.openxmlformats.org/officeDocument/2006/relationships/image" Target="../media/image2.jpeg"/><Relationship Id="rId12" Type="http://schemas.openxmlformats.org/officeDocument/2006/relationships/slideLayout" Target="../slideLayouts/slideLayout17.xml"/><Relationship Id="rId11" Type="http://schemas.openxmlformats.org/officeDocument/2006/relationships/tags" Target="../tags/tag880.xml"/><Relationship Id="rId10" Type="http://schemas.openxmlformats.org/officeDocument/2006/relationships/tags" Target="../tags/tag879.xml"/><Relationship Id="rId1" Type="http://schemas.openxmlformats.org/officeDocument/2006/relationships/tags" Target="../tags/tag87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svg"/><Relationship Id="rId8" Type="http://schemas.openxmlformats.org/officeDocument/2006/relationships/image" Target="../media/image86.png"/><Relationship Id="rId7" Type="http://schemas.openxmlformats.org/officeDocument/2006/relationships/tags" Target="../tags/tag886.xml"/><Relationship Id="rId6" Type="http://schemas.openxmlformats.org/officeDocument/2006/relationships/tags" Target="../tags/tag885.xml"/><Relationship Id="rId50" Type="http://schemas.openxmlformats.org/officeDocument/2006/relationships/slideLayout" Target="../slideLayouts/slideLayout17.xml"/><Relationship Id="rId5" Type="http://schemas.openxmlformats.org/officeDocument/2006/relationships/tags" Target="../tags/tag884.xml"/><Relationship Id="rId49" Type="http://schemas.openxmlformats.org/officeDocument/2006/relationships/tags" Target="../tags/tag916.xml"/><Relationship Id="rId48" Type="http://schemas.openxmlformats.org/officeDocument/2006/relationships/tags" Target="../tags/tag915.xml"/><Relationship Id="rId47" Type="http://schemas.openxmlformats.org/officeDocument/2006/relationships/tags" Target="../tags/tag914.xml"/><Relationship Id="rId46" Type="http://schemas.openxmlformats.org/officeDocument/2006/relationships/tags" Target="../tags/tag913.xml"/><Relationship Id="rId45" Type="http://schemas.openxmlformats.org/officeDocument/2006/relationships/tags" Target="../tags/tag912.xml"/><Relationship Id="rId44" Type="http://schemas.openxmlformats.org/officeDocument/2006/relationships/image" Target="../media/image27.svg"/><Relationship Id="rId43" Type="http://schemas.openxmlformats.org/officeDocument/2006/relationships/image" Target="../media/image26.png"/><Relationship Id="rId42" Type="http://schemas.openxmlformats.org/officeDocument/2006/relationships/tags" Target="../tags/tag911.xml"/><Relationship Id="rId41" Type="http://schemas.openxmlformats.org/officeDocument/2006/relationships/tags" Target="../tags/tag910.xml"/><Relationship Id="rId40" Type="http://schemas.openxmlformats.org/officeDocument/2006/relationships/tags" Target="../tags/tag909.xml"/><Relationship Id="rId4" Type="http://schemas.openxmlformats.org/officeDocument/2006/relationships/tags" Target="../tags/tag883.xml"/><Relationship Id="rId39" Type="http://schemas.openxmlformats.org/officeDocument/2006/relationships/tags" Target="../tags/tag908.xml"/><Relationship Id="rId38" Type="http://schemas.openxmlformats.org/officeDocument/2006/relationships/tags" Target="../tags/tag907.xml"/><Relationship Id="rId37" Type="http://schemas.openxmlformats.org/officeDocument/2006/relationships/image" Target="../media/image65.svg"/><Relationship Id="rId36" Type="http://schemas.openxmlformats.org/officeDocument/2006/relationships/image" Target="../media/image64.png"/><Relationship Id="rId35" Type="http://schemas.openxmlformats.org/officeDocument/2006/relationships/tags" Target="../tags/tag906.xml"/><Relationship Id="rId34" Type="http://schemas.openxmlformats.org/officeDocument/2006/relationships/tags" Target="../tags/tag905.xml"/><Relationship Id="rId33" Type="http://schemas.openxmlformats.org/officeDocument/2006/relationships/tags" Target="../tags/tag904.xml"/><Relationship Id="rId32" Type="http://schemas.openxmlformats.org/officeDocument/2006/relationships/tags" Target="../tags/tag903.xml"/><Relationship Id="rId31" Type="http://schemas.openxmlformats.org/officeDocument/2006/relationships/tags" Target="../tags/tag902.xml"/><Relationship Id="rId30" Type="http://schemas.openxmlformats.org/officeDocument/2006/relationships/image" Target="../media/image23.svg"/><Relationship Id="rId3" Type="http://schemas.openxmlformats.org/officeDocument/2006/relationships/tags" Target="../tags/tag882.xml"/><Relationship Id="rId29" Type="http://schemas.openxmlformats.org/officeDocument/2006/relationships/image" Target="../media/image22.png"/><Relationship Id="rId28" Type="http://schemas.openxmlformats.org/officeDocument/2006/relationships/tags" Target="../tags/tag901.xml"/><Relationship Id="rId27" Type="http://schemas.openxmlformats.org/officeDocument/2006/relationships/tags" Target="../tags/tag900.xml"/><Relationship Id="rId26" Type="http://schemas.openxmlformats.org/officeDocument/2006/relationships/tags" Target="../tags/tag899.xml"/><Relationship Id="rId25" Type="http://schemas.openxmlformats.org/officeDocument/2006/relationships/tags" Target="../tags/tag898.xml"/><Relationship Id="rId24" Type="http://schemas.openxmlformats.org/officeDocument/2006/relationships/tags" Target="../tags/tag897.xml"/><Relationship Id="rId23" Type="http://schemas.openxmlformats.org/officeDocument/2006/relationships/image" Target="../media/image21.svg"/><Relationship Id="rId22" Type="http://schemas.openxmlformats.org/officeDocument/2006/relationships/image" Target="../media/image20.png"/><Relationship Id="rId21" Type="http://schemas.openxmlformats.org/officeDocument/2006/relationships/tags" Target="../tags/tag896.xml"/><Relationship Id="rId20" Type="http://schemas.openxmlformats.org/officeDocument/2006/relationships/tags" Target="../tags/tag895.xml"/><Relationship Id="rId2" Type="http://schemas.openxmlformats.org/officeDocument/2006/relationships/image" Target="../media/image2.jpeg"/><Relationship Id="rId19" Type="http://schemas.openxmlformats.org/officeDocument/2006/relationships/tags" Target="../tags/tag894.xml"/><Relationship Id="rId18" Type="http://schemas.openxmlformats.org/officeDocument/2006/relationships/tags" Target="../tags/tag893.xml"/><Relationship Id="rId17" Type="http://schemas.openxmlformats.org/officeDocument/2006/relationships/tags" Target="../tags/tag892.xml"/><Relationship Id="rId16" Type="http://schemas.openxmlformats.org/officeDocument/2006/relationships/image" Target="../media/image69.svg"/><Relationship Id="rId15" Type="http://schemas.openxmlformats.org/officeDocument/2006/relationships/image" Target="../media/image68.png"/><Relationship Id="rId14" Type="http://schemas.openxmlformats.org/officeDocument/2006/relationships/tags" Target="../tags/tag891.xml"/><Relationship Id="rId13" Type="http://schemas.openxmlformats.org/officeDocument/2006/relationships/tags" Target="../tags/tag890.xml"/><Relationship Id="rId12" Type="http://schemas.openxmlformats.org/officeDocument/2006/relationships/tags" Target="../tags/tag889.xml"/><Relationship Id="rId11" Type="http://schemas.openxmlformats.org/officeDocument/2006/relationships/tags" Target="../tags/tag888.xml"/><Relationship Id="rId10" Type="http://schemas.openxmlformats.org/officeDocument/2006/relationships/tags" Target="../tags/tag887.xml"/><Relationship Id="rId1" Type="http://schemas.openxmlformats.org/officeDocument/2006/relationships/tags" Target="../tags/tag881.xml"/></Relationships>
</file>

<file path=ppt/slides/_rels/slide20.xml.rels><?xml version="1.0" encoding="UTF-8" standalone="yes"?>
<Relationships xmlns="http://schemas.openxmlformats.org/package/2006/relationships"><Relationship Id="rId99" Type="http://schemas.openxmlformats.org/officeDocument/2006/relationships/tags" Target="../tags/tag1006.xml"/><Relationship Id="rId98" Type="http://schemas.openxmlformats.org/officeDocument/2006/relationships/tags" Target="../tags/tag1005.xml"/><Relationship Id="rId97" Type="http://schemas.openxmlformats.org/officeDocument/2006/relationships/tags" Target="../tags/tag1004.xml"/><Relationship Id="rId96" Type="http://schemas.openxmlformats.org/officeDocument/2006/relationships/tags" Target="../tags/tag1003.xml"/><Relationship Id="rId95" Type="http://schemas.openxmlformats.org/officeDocument/2006/relationships/tags" Target="../tags/tag1002.xml"/><Relationship Id="rId94" Type="http://schemas.openxmlformats.org/officeDocument/2006/relationships/tags" Target="../tags/tag1001.xml"/><Relationship Id="rId93" Type="http://schemas.openxmlformats.org/officeDocument/2006/relationships/tags" Target="../tags/tag1000.xml"/><Relationship Id="rId92" Type="http://schemas.openxmlformats.org/officeDocument/2006/relationships/tags" Target="../tags/tag999.xml"/><Relationship Id="rId91" Type="http://schemas.openxmlformats.org/officeDocument/2006/relationships/tags" Target="../tags/tag998.xml"/><Relationship Id="rId90" Type="http://schemas.openxmlformats.org/officeDocument/2006/relationships/tags" Target="../tags/tag997.xml"/><Relationship Id="rId9" Type="http://schemas.openxmlformats.org/officeDocument/2006/relationships/image" Target="../media/image89.svg"/><Relationship Id="rId89" Type="http://schemas.openxmlformats.org/officeDocument/2006/relationships/tags" Target="../tags/tag996.xml"/><Relationship Id="rId88" Type="http://schemas.openxmlformats.org/officeDocument/2006/relationships/tags" Target="../tags/tag995.xml"/><Relationship Id="rId87" Type="http://schemas.openxmlformats.org/officeDocument/2006/relationships/tags" Target="../tags/tag994.xml"/><Relationship Id="rId86" Type="http://schemas.openxmlformats.org/officeDocument/2006/relationships/tags" Target="../tags/tag993.xml"/><Relationship Id="rId85" Type="http://schemas.openxmlformats.org/officeDocument/2006/relationships/tags" Target="../tags/tag992.xml"/><Relationship Id="rId84" Type="http://schemas.openxmlformats.org/officeDocument/2006/relationships/tags" Target="../tags/tag991.xml"/><Relationship Id="rId83" Type="http://schemas.openxmlformats.org/officeDocument/2006/relationships/tags" Target="../tags/tag990.xml"/><Relationship Id="rId82" Type="http://schemas.openxmlformats.org/officeDocument/2006/relationships/tags" Target="../tags/tag989.xml"/><Relationship Id="rId81" Type="http://schemas.openxmlformats.org/officeDocument/2006/relationships/tags" Target="../tags/tag988.xml"/><Relationship Id="rId80" Type="http://schemas.openxmlformats.org/officeDocument/2006/relationships/tags" Target="../tags/tag987.xml"/><Relationship Id="rId8" Type="http://schemas.openxmlformats.org/officeDocument/2006/relationships/image" Target="../media/image88.png"/><Relationship Id="rId79" Type="http://schemas.openxmlformats.org/officeDocument/2006/relationships/image" Target="../media/image93.svg"/><Relationship Id="rId78" Type="http://schemas.openxmlformats.org/officeDocument/2006/relationships/image" Target="../media/image92.png"/><Relationship Id="rId77" Type="http://schemas.openxmlformats.org/officeDocument/2006/relationships/tags" Target="../tags/tag986.xml"/><Relationship Id="rId76" Type="http://schemas.openxmlformats.org/officeDocument/2006/relationships/tags" Target="../tags/tag985.xml"/><Relationship Id="rId75" Type="http://schemas.openxmlformats.org/officeDocument/2006/relationships/tags" Target="../tags/tag984.xml"/><Relationship Id="rId74" Type="http://schemas.openxmlformats.org/officeDocument/2006/relationships/tags" Target="../tags/tag983.xml"/><Relationship Id="rId73" Type="http://schemas.openxmlformats.org/officeDocument/2006/relationships/tags" Target="../tags/tag982.xml"/><Relationship Id="rId72" Type="http://schemas.openxmlformats.org/officeDocument/2006/relationships/tags" Target="../tags/tag981.xml"/><Relationship Id="rId71" Type="http://schemas.openxmlformats.org/officeDocument/2006/relationships/tags" Target="../tags/tag980.xml"/><Relationship Id="rId70" Type="http://schemas.openxmlformats.org/officeDocument/2006/relationships/tags" Target="../tags/tag979.xml"/><Relationship Id="rId7" Type="http://schemas.openxmlformats.org/officeDocument/2006/relationships/tags" Target="../tags/tag922.xml"/><Relationship Id="rId69" Type="http://schemas.openxmlformats.org/officeDocument/2006/relationships/tags" Target="../tags/tag978.xml"/><Relationship Id="rId68" Type="http://schemas.openxmlformats.org/officeDocument/2006/relationships/tags" Target="../tags/tag977.xml"/><Relationship Id="rId67" Type="http://schemas.openxmlformats.org/officeDocument/2006/relationships/tags" Target="../tags/tag976.xml"/><Relationship Id="rId66" Type="http://schemas.openxmlformats.org/officeDocument/2006/relationships/tags" Target="../tags/tag975.xml"/><Relationship Id="rId65" Type="http://schemas.openxmlformats.org/officeDocument/2006/relationships/tags" Target="../tags/tag974.xml"/><Relationship Id="rId64" Type="http://schemas.openxmlformats.org/officeDocument/2006/relationships/tags" Target="../tags/tag973.xml"/><Relationship Id="rId63" Type="http://schemas.openxmlformats.org/officeDocument/2006/relationships/tags" Target="../tags/tag972.xml"/><Relationship Id="rId62" Type="http://schemas.openxmlformats.org/officeDocument/2006/relationships/tags" Target="../tags/tag971.xml"/><Relationship Id="rId61" Type="http://schemas.openxmlformats.org/officeDocument/2006/relationships/tags" Target="../tags/tag970.xml"/><Relationship Id="rId60" Type="http://schemas.openxmlformats.org/officeDocument/2006/relationships/tags" Target="../tags/tag969.xml"/><Relationship Id="rId6" Type="http://schemas.openxmlformats.org/officeDocument/2006/relationships/tags" Target="../tags/tag921.xml"/><Relationship Id="rId59" Type="http://schemas.openxmlformats.org/officeDocument/2006/relationships/tags" Target="../tags/tag968.xml"/><Relationship Id="rId58" Type="http://schemas.openxmlformats.org/officeDocument/2006/relationships/tags" Target="../tags/tag967.xml"/><Relationship Id="rId57" Type="http://schemas.openxmlformats.org/officeDocument/2006/relationships/image" Target="../media/image49.svg"/><Relationship Id="rId56" Type="http://schemas.openxmlformats.org/officeDocument/2006/relationships/image" Target="../media/image48.png"/><Relationship Id="rId55" Type="http://schemas.openxmlformats.org/officeDocument/2006/relationships/tags" Target="../tags/tag966.xml"/><Relationship Id="rId54" Type="http://schemas.openxmlformats.org/officeDocument/2006/relationships/tags" Target="../tags/tag965.xml"/><Relationship Id="rId53" Type="http://schemas.openxmlformats.org/officeDocument/2006/relationships/tags" Target="../tags/tag964.xml"/><Relationship Id="rId52" Type="http://schemas.openxmlformats.org/officeDocument/2006/relationships/tags" Target="../tags/tag963.xml"/><Relationship Id="rId51" Type="http://schemas.openxmlformats.org/officeDocument/2006/relationships/tags" Target="../tags/tag962.xml"/><Relationship Id="rId50" Type="http://schemas.openxmlformats.org/officeDocument/2006/relationships/tags" Target="../tags/tag961.xml"/><Relationship Id="rId5" Type="http://schemas.openxmlformats.org/officeDocument/2006/relationships/tags" Target="../tags/tag920.xml"/><Relationship Id="rId49" Type="http://schemas.openxmlformats.org/officeDocument/2006/relationships/tags" Target="../tags/tag960.xml"/><Relationship Id="rId48" Type="http://schemas.openxmlformats.org/officeDocument/2006/relationships/tags" Target="../tags/tag959.xml"/><Relationship Id="rId47" Type="http://schemas.openxmlformats.org/officeDocument/2006/relationships/tags" Target="../tags/tag958.xml"/><Relationship Id="rId46" Type="http://schemas.openxmlformats.org/officeDocument/2006/relationships/tags" Target="../tags/tag957.xml"/><Relationship Id="rId45" Type="http://schemas.openxmlformats.org/officeDocument/2006/relationships/tags" Target="../tags/tag956.xml"/><Relationship Id="rId44" Type="http://schemas.openxmlformats.org/officeDocument/2006/relationships/tags" Target="../tags/tag955.xml"/><Relationship Id="rId43" Type="http://schemas.openxmlformats.org/officeDocument/2006/relationships/tags" Target="../tags/tag954.xml"/><Relationship Id="rId42" Type="http://schemas.openxmlformats.org/officeDocument/2006/relationships/tags" Target="../tags/tag953.xml"/><Relationship Id="rId41" Type="http://schemas.openxmlformats.org/officeDocument/2006/relationships/tags" Target="../tags/tag952.xml"/><Relationship Id="rId40" Type="http://schemas.openxmlformats.org/officeDocument/2006/relationships/tags" Target="../tags/tag951.xml"/><Relationship Id="rId4" Type="http://schemas.openxmlformats.org/officeDocument/2006/relationships/tags" Target="../tags/tag919.xml"/><Relationship Id="rId39" Type="http://schemas.openxmlformats.org/officeDocument/2006/relationships/tags" Target="../tags/tag950.xml"/><Relationship Id="rId38" Type="http://schemas.openxmlformats.org/officeDocument/2006/relationships/tags" Target="../tags/tag949.xml"/><Relationship Id="rId37" Type="http://schemas.openxmlformats.org/officeDocument/2006/relationships/tags" Target="../tags/tag948.xml"/><Relationship Id="rId36" Type="http://schemas.openxmlformats.org/officeDocument/2006/relationships/tags" Target="../tags/tag947.xml"/><Relationship Id="rId35" Type="http://schemas.openxmlformats.org/officeDocument/2006/relationships/image" Target="../media/image91.svg"/><Relationship Id="rId34" Type="http://schemas.openxmlformats.org/officeDocument/2006/relationships/image" Target="../media/image90.png"/><Relationship Id="rId33" Type="http://schemas.openxmlformats.org/officeDocument/2006/relationships/tags" Target="../tags/tag946.xml"/><Relationship Id="rId32" Type="http://schemas.openxmlformats.org/officeDocument/2006/relationships/tags" Target="../tags/tag945.xml"/><Relationship Id="rId31" Type="http://schemas.openxmlformats.org/officeDocument/2006/relationships/tags" Target="../tags/tag944.xml"/><Relationship Id="rId30" Type="http://schemas.openxmlformats.org/officeDocument/2006/relationships/tags" Target="../tags/tag943.xml"/><Relationship Id="rId3" Type="http://schemas.openxmlformats.org/officeDocument/2006/relationships/tags" Target="../tags/tag918.xml"/><Relationship Id="rId29" Type="http://schemas.openxmlformats.org/officeDocument/2006/relationships/tags" Target="../tags/tag942.xml"/><Relationship Id="rId28" Type="http://schemas.openxmlformats.org/officeDocument/2006/relationships/tags" Target="../tags/tag941.xml"/><Relationship Id="rId27" Type="http://schemas.openxmlformats.org/officeDocument/2006/relationships/tags" Target="../tags/tag940.xml"/><Relationship Id="rId26" Type="http://schemas.openxmlformats.org/officeDocument/2006/relationships/tags" Target="../tags/tag939.xml"/><Relationship Id="rId25" Type="http://schemas.openxmlformats.org/officeDocument/2006/relationships/tags" Target="../tags/tag938.xml"/><Relationship Id="rId24" Type="http://schemas.openxmlformats.org/officeDocument/2006/relationships/tags" Target="../tags/tag937.xml"/><Relationship Id="rId23" Type="http://schemas.openxmlformats.org/officeDocument/2006/relationships/tags" Target="../tags/tag936.xml"/><Relationship Id="rId22" Type="http://schemas.openxmlformats.org/officeDocument/2006/relationships/tags" Target="../tags/tag935.xml"/><Relationship Id="rId21" Type="http://schemas.openxmlformats.org/officeDocument/2006/relationships/tags" Target="../tags/tag934.xml"/><Relationship Id="rId20" Type="http://schemas.openxmlformats.org/officeDocument/2006/relationships/tags" Target="../tags/tag933.xml"/><Relationship Id="rId2" Type="http://schemas.openxmlformats.org/officeDocument/2006/relationships/image" Target="../media/image2.jpeg"/><Relationship Id="rId19" Type="http://schemas.openxmlformats.org/officeDocument/2006/relationships/tags" Target="../tags/tag932.xml"/><Relationship Id="rId18" Type="http://schemas.openxmlformats.org/officeDocument/2006/relationships/tags" Target="../tags/tag931.xml"/><Relationship Id="rId17" Type="http://schemas.openxmlformats.org/officeDocument/2006/relationships/tags" Target="../tags/tag930.xml"/><Relationship Id="rId16" Type="http://schemas.openxmlformats.org/officeDocument/2006/relationships/tags" Target="../tags/tag929.xml"/><Relationship Id="rId15" Type="http://schemas.openxmlformats.org/officeDocument/2006/relationships/tags" Target="../tags/tag928.xml"/><Relationship Id="rId14" Type="http://schemas.openxmlformats.org/officeDocument/2006/relationships/tags" Target="../tags/tag927.xml"/><Relationship Id="rId133" Type="http://schemas.openxmlformats.org/officeDocument/2006/relationships/slideLayout" Target="../slideLayouts/slideLayout17.xml"/><Relationship Id="rId132" Type="http://schemas.openxmlformats.org/officeDocument/2006/relationships/tags" Target="../tags/tag1037.xml"/><Relationship Id="rId131" Type="http://schemas.openxmlformats.org/officeDocument/2006/relationships/tags" Target="../tags/tag1036.xml"/><Relationship Id="rId130" Type="http://schemas.openxmlformats.org/officeDocument/2006/relationships/tags" Target="../tags/tag1035.xml"/><Relationship Id="rId13" Type="http://schemas.openxmlformats.org/officeDocument/2006/relationships/tags" Target="../tags/tag926.xml"/><Relationship Id="rId129" Type="http://schemas.openxmlformats.org/officeDocument/2006/relationships/tags" Target="../tags/tag1034.xml"/><Relationship Id="rId128" Type="http://schemas.openxmlformats.org/officeDocument/2006/relationships/tags" Target="../tags/tag1033.xml"/><Relationship Id="rId127" Type="http://schemas.openxmlformats.org/officeDocument/2006/relationships/tags" Target="../tags/tag1032.xml"/><Relationship Id="rId126" Type="http://schemas.openxmlformats.org/officeDocument/2006/relationships/tags" Target="../tags/tag1031.xml"/><Relationship Id="rId125" Type="http://schemas.openxmlformats.org/officeDocument/2006/relationships/tags" Target="../tags/tag1030.xml"/><Relationship Id="rId124" Type="http://schemas.openxmlformats.org/officeDocument/2006/relationships/tags" Target="../tags/tag1029.xml"/><Relationship Id="rId123" Type="http://schemas.openxmlformats.org/officeDocument/2006/relationships/tags" Target="../tags/tag1028.xml"/><Relationship Id="rId122" Type="http://schemas.openxmlformats.org/officeDocument/2006/relationships/tags" Target="../tags/tag1027.xml"/><Relationship Id="rId121" Type="http://schemas.openxmlformats.org/officeDocument/2006/relationships/tags" Target="../tags/tag1026.xml"/><Relationship Id="rId120" Type="http://schemas.openxmlformats.org/officeDocument/2006/relationships/tags" Target="../tags/tag1025.xml"/><Relationship Id="rId12" Type="http://schemas.openxmlformats.org/officeDocument/2006/relationships/tags" Target="../tags/tag925.xml"/><Relationship Id="rId119" Type="http://schemas.openxmlformats.org/officeDocument/2006/relationships/tags" Target="../tags/tag1024.xml"/><Relationship Id="rId118" Type="http://schemas.openxmlformats.org/officeDocument/2006/relationships/tags" Target="../tags/tag1023.xml"/><Relationship Id="rId117" Type="http://schemas.openxmlformats.org/officeDocument/2006/relationships/tags" Target="../tags/tag1022.xml"/><Relationship Id="rId116" Type="http://schemas.openxmlformats.org/officeDocument/2006/relationships/tags" Target="../tags/tag1021.xml"/><Relationship Id="rId115" Type="http://schemas.openxmlformats.org/officeDocument/2006/relationships/tags" Target="../tags/tag1020.xml"/><Relationship Id="rId114" Type="http://schemas.openxmlformats.org/officeDocument/2006/relationships/tags" Target="../tags/tag1019.xml"/><Relationship Id="rId113" Type="http://schemas.openxmlformats.org/officeDocument/2006/relationships/tags" Target="../tags/tag1018.xml"/><Relationship Id="rId112" Type="http://schemas.openxmlformats.org/officeDocument/2006/relationships/tags" Target="../tags/tag1017.xml"/><Relationship Id="rId111" Type="http://schemas.openxmlformats.org/officeDocument/2006/relationships/tags" Target="../tags/tag1016.xml"/><Relationship Id="rId110" Type="http://schemas.openxmlformats.org/officeDocument/2006/relationships/tags" Target="../tags/tag1015.xml"/><Relationship Id="rId11" Type="http://schemas.openxmlformats.org/officeDocument/2006/relationships/tags" Target="../tags/tag924.xml"/><Relationship Id="rId109" Type="http://schemas.openxmlformats.org/officeDocument/2006/relationships/image" Target="../media/image95.svg"/><Relationship Id="rId108" Type="http://schemas.openxmlformats.org/officeDocument/2006/relationships/image" Target="../media/image94.png"/><Relationship Id="rId107" Type="http://schemas.openxmlformats.org/officeDocument/2006/relationships/tags" Target="../tags/tag1014.xml"/><Relationship Id="rId106" Type="http://schemas.openxmlformats.org/officeDocument/2006/relationships/tags" Target="../tags/tag1013.xml"/><Relationship Id="rId105" Type="http://schemas.openxmlformats.org/officeDocument/2006/relationships/tags" Target="../tags/tag1012.xml"/><Relationship Id="rId104" Type="http://schemas.openxmlformats.org/officeDocument/2006/relationships/tags" Target="../tags/tag1011.xml"/><Relationship Id="rId103" Type="http://schemas.openxmlformats.org/officeDocument/2006/relationships/tags" Target="../tags/tag1010.xml"/><Relationship Id="rId102" Type="http://schemas.openxmlformats.org/officeDocument/2006/relationships/tags" Target="../tags/tag1009.xml"/><Relationship Id="rId101" Type="http://schemas.openxmlformats.org/officeDocument/2006/relationships/tags" Target="../tags/tag1008.xml"/><Relationship Id="rId100" Type="http://schemas.openxmlformats.org/officeDocument/2006/relationships/tags" Target="../tags/tag1007.xml"/><Relationship Id="rId10" Type="http://schemas.openxmlformats.org/officeDocument/2006/relationships/tags" Target="../tags/tag923.xml"/><Relationship Id="rId1" Type="http://schemas.openxmlformats.org/officeDocument/2006/relationships/tags" Target="../tags/tag91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045.xml"/><Relationship Id="rId8" Type="http://schemas.openxmlformats.org/officeDocument/2006/relationships/tags" Target="../tags/tag1044.xml"/><Relationship Id="rId7" Type="http://schemas.openxmlformats.org/officeDocument/2006/relationships/tags" Target="../tags/tag1043.xml"/><Relationship Id="rId6" Type="http://schemas.openxmlformats.org/officeDocument/2006/relationships/tags" Target="../tags/tag1042.xml"/><Relationship Id="rId5" Type="http://schemas.openxmlformats.org/officeDocument/2006/relationships/tags" Target="../tags/tag1041.xml"/><Relationship Id="rId4" Type="http://schemas.openxmlformats.org/officeDocument/2006/relationships/tags" Target="../tags/tag1040.xml"/><Relationship Id="rId3" Type="http://schemas.openxmlformats.org/officeDocument/2006/relationships/tags" Target="../tags/tag1039.xml"/><Relationship Id="rId27" Type="http://schemas.openxmlformats.org/officeDocument/2006/relationships/slideLayout" Target="../slideLayouts/slideLayout17.xml"/><Relationship Id="rId26" Type="http://schemas.openxmlformats.org/officeDocument/2006/relationships/tags" Target="../tags/tag1062.xml"/><Relationship Id="rId25" Type="http://schemas.openxmlformats.org/officeDocument/2006/relationships/tags" Target="../tags/tag1061.xml"/><Relationship Id="rId24" Type="http://schemas.openxmlformats.org/officeDocument/2006/relationships/tags" Target="../tags/tag1060.xml"/><Relationship Id="rId23" Type="http://schemas.openxmlformats.org/officeDocument/2006/relationships/tags" Target="../tags/tag1059.xml"/><Relationship Id="rId22" Type="http://schemas.openxmlformats.org/officeDocument/2006/relationships/tags" Target="../tags/tag1058.xml"/><Relationship Id="rId21" Type="http://schemas.openxmlformats.org/officeDocument/2006/relationships/tags" Target="../tags/tag1057.xml"/><Relationship Id="rId20" Type="http://schemas.openxmlformats.org/officeDocument/2006/relationships/tags" Target="../tags/tag1056.xml"/><Relationship Id="rId2" Type="http://schemas.openxmlformats.org/officeDocument/2006/relationships/image" Target="../media/image2.jpeg"/><Relationship Id="rId19" Type="http://schemas.openxmlformats.org/officeDocument/2006/relationships/tags" Target="../tags/tag1055.xml"/><Relationship Id="rId18" Type="http://schemas.openxmlformats.org/officeDocument/2006/relationships/tags" Target="../tags/tag1054.xml"/><Relationship Id="rId17" Type="http://schemas.openxmlformats.org/officeDocument/2006/relationships/tags" Target="../tags/tag1053.xml"/><Relationship Id="rId16" Type="http://schemas.openxmlformats.org/officeDocument/2006/relationships/tags" Target="../tags/tag1052.xml"/><Relationship Id="rId15" Type="http://schemas.openxmlformats.org/officeDocument/2006/relationships/tags" Target="../tags/tag1051.xml"/><Relationship Id="rId14" Type="http://schemas.openxmlformats.org/officeDocument/2006/relationships/tags" Target="../tags/tag1050.xml"/><Relationship Id="rId13" Type="http://schemas.openxmlformats.org/officeDocument/2006/relationships/tags" Target="../tags/tag1049.xml"/><Relationship Id="rId12" Type="http://schemas.openxmlformats.org/officeDocument/2006/relationships/tags" Target="../tags/tag1048.xml"/><Relationship Id="rId11" Type="http://schemas.openxmlformats.org/officeDocument/2006/relationships/tags" Target="../tags/tag1047.xml"/><Relationship Id="rId10" Type="http://schemas.openxmlformats.org/officeDocument/2006/relationships/tags" Target="../tags/tag1046.xml"/><Relationship Id="rId1" Type="http://schemas.openxmlformats.org/officeDocument/2006/relationships/tags" Target="../tags/tag1038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9.xml"/><Relationship Id="rId6" Type="http://schemas.openxmlformats.org/officeDocument/2006/relationships/tags" Target="../tags/tag1068.xml"/><Relationship Id="rId5" Type="http://schemas.openxmlformats.org/officeDocument/2006/relationships/tags" Target="../tags/tag1067.xml"/><Relationship Id="rId4" Type="http://schemas.openxmlformats.org/officeDocument/2006/relationships/tags" Target="../tags/tag1066.xml"/><Relationship Id="rId3" Type="http://schemas.openxmlformats.org/officeDocument/2006/relationships/tags" Target="../tags/tag1065.xml"/><Relationship Id="rId2" Type="http://schemas.openxmlformats.org/officeDocument/2006/relationships/tags" Target="../tags/tag1064.xml"/><Relationship Id="rId1" Type="http://schemas.openxmlformats.org/officeDocument/2006/relationships/tags" Target="../tags/tag10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407035" y="4612970"/>
            <a:ext cx="2622944" cy="464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400">
                <a:solidFill>
                  <a:schemeClr val="dk1">
                    <a:lumMod val="85000"/>
                    <a:lumOff val="15000"/>
                  </a:schemeClr>
                </a:solidFill>
                <a:latin typeface="Arial Black" panose="020B0A04020102020204" charset="0"/>
                <a:ea typeface="汉仪雅酷黑 55W" panose="00020600040101010101" charset="-122"/>
              </a:rPr>
              <a:t>汇报人：f料只对侥呢</a:t>
            </a:r>
            <a:endParaRPr lang="zh-CN" altLang="en-US" sz="1400">
              <a:solidFill>
                <a:schemeClr val="dk1">
                  <a:lumMod val="85000"/>
                  <a:lumOff val="15000"/>
                </a:schemeClr>
              </a:solidFill>
              <a:latin typeface="Arial Black" panose="020B0A04020102020204" charset="0"/>
              <a:ea typeface="汉仪雅酷黑 55W" panose="00020600040101010101" charset="-122"/>
            </a:endParaRPr>
          </a:p>
        </p:txBody>
      </p:sp>
      <p:sp>
        <p:nvSpPr>
          <p:cNvPr id="2" name="标题 1"/>
          <p:cNvSpPr/>
          <p:nvPr>
            <p:ph type="ctrTitle" idx="1"/>
            <p:custDataLst>
              <p:tags r:id="rId2"/>
            </p:custDataLst>
          </p:nvPr>
        </p:nvSpPr>
        <p:spPr/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800">
                <a:solidFill>
                  <a:schemeClr val="accent1"/>
                </a:solidFill>
              </a:rPr>
              <a:t>AlgoPilot</a:t>
            </a:r>
            <a:endParaRPr lang="zh-CN" altLang="en-US" sz="4800">
              <a:solidFill>
                <a:schemeClr val="accent1"/>
              </a:solidFill>
            </a:endParaRPr>
          </a:p>
        </p:txBody>
      </p:sp>
      <p:sp>
        <p:nvSpPr>
          <p:cNvPr id="7" name="副标题 6"/>
          <p:cNvSpPr/>
          <p:nvPr>
            <p:ph type="subTitle" idx="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CLICK HERE TO ADD A TITLE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407035" y="4028879"/>
            <a:ext cx="6226909" cy="463977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76200" bIns="38100" rtlCol="0" anchor="t" anchorCtr="0">
            <a:normAutofit/>
          </a:bodyPr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en-US" sz="1400" spc="500">
                <a:solidFill>
                  <a:schemeClr val="lt1"/>
                </a:solidFill>
                <a:uFillTx/>
                <a:latin typeface="Arial Black" panose="020B0A04020102020204" charset="0"/>
                <a:ea typeface="汉仪雅酷黑 55W" panose="00020600040101010101" charset="-122"/>
              </a:rPr>
              <a:t>2026/06/25</a:t>
            </a:r>
            <a:endParaRPr lang="en-US" altLang="en-US" sz="1400" spc="500">
              <a:solidFill>
                <a:schemeClr val="lt1"/>
              </a:solidFill>
              <a:uFillTx/>
              <a:latin typeface="Arial Black" panose="020B0A04020102020204" charset="0"/>
              <a:ea typeface="汉仪雅酷黑 55W" panose="0002060004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407035" y="4616463"/>
            <a:ext cx="2622944" cy="55020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normAutofit/>
          </a:bodyPr>
          <a:p>
            <a:pPr algn="r"/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Arial Black" panose="020B0A04020102020204" charset="0"/>
                <a:ea typeface="汉仪雅酷黑 55W" panose="00020600040101010101" charset="-122"/>
              </a:rPr>
              <a:t>演讲人姓名</a:t>
            </a:r>
            <a:endParaRPr lang="zh-CN" altLang="en-US" sz="1400" dirty="0">
              <a:solidFill>
                <a:schemeClr val="dk1">
                  <a:lumMod val="85000"/>
                  <a:lumOff val="15000"/>
                </a:schemeClr>
              </a:solidFill>
              <a:latin typeface="Arial Black" panose="020B0A04020102020204" charset="0"/>
              <a:ea typeface="汉仪雅酷黑 55W" panose="00020600040101010101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3" name="图片 4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DSA 教学面临的困境</a:t>
            </a:r>
            <a:endParaRPr 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5"/>
            </p:custDataLst>
          </p:nvPr>
        </p:nvSpPr>
        <p:spPr>
          <a:xfrm>
            <a:off x="605341" y="1219200"/>
            <a:ext cx="5391484" cy="1645555"/>
          </a:xfrm>
          <a:custGeom>
            <a:avLst/>
            <a:gdLst>
              <a:gd name="sw" fmla="*/ 1 w 8535"/>
              <a:gd name="sh" fmla="*/ 1 h 2604"/>
              <a:gd name="mins" fmla="min sw sh"/>
              <a:gd name="dsw" fmla="+- 0 sw mins"/>
              <a:gd name="dsh" fmla="+- 0 sh mins"/>
              <a:gd name="p0x0" fmla="*/ 120 w 8535"/>
              <a:gd name="p0y0" fmla="*/ 0 h 2604"/>
              <a:gd name="p0x1" fmla="*/ 8415 w 8535"/>
              <a:gd name="p0y1" fmla="*/ 0 h 2604"/>
              <a:gd name="p0x2" fmla="*/ 8481 w 8535"/>
              <a:gd name="p0y2" fmla="*/ 0 h 2604"/>
              <a:gd name="p0x3" fmla="*/ 8535 w 8535"/>
              <a:gd name="p0y3" fmla="*/ 53 h 2604"/>
              <a:gd name="p0x4" fmla="*/ 8535 w 8535"/>
              <a:gd name="p0y4" fmla="*/ 120 h 2604"/>
              <a:gd name="p0x5" fmla="*/ 8535 w 8535"/>
              <a:gd name="p0y5" fmla="*/ 2484 h 2604"/>
              <a:gd name="p0x6" fmla="*/ 8535 w 8535"/>
              <a:gd name="p0y6" fmla="*/ 2551 h 2604"/>
              <a:gd name="p0x7" fmla="*/ 8481 w 8535"/>
              <a:gd name="p0y7" fmla="*/ 2604 h 2604"/>
              <a:gd name="p0x8" fmla="*/ 8415 w 8535"/>
              <a:gd name="p0y8" fmla="*/ 2604 h 2604"/>
              <a:gd name="p0x9" fmla="*/ 120 w 8535"/>
              <a:gd name="p0y9" fmla="*/ 2604 h 2604"/>
              <a:gd name="p0x10" fmla="*/ 53 w 8535"/>
              <a:gd name="p0y10" fmla="*/ 2604 h 2604"/>
              <a:gd name="p0x11" fmla="*/ 0 w 8535"/>
              <a:gd name="p0y11" fmla="*/ 2551 h 2604"/>
              <a:gd name="p0x12" fmla="*/ 0 w 8535"/>
              <a:gd name="p0y12" fmla="*/ 2484 h 2604"/>
              <a:gd name="p0x13" fmla="*/ 0 w 8535"/>
              <a:gd name="p0y13" fmla="*/ 120 h 2604"/>
              <a:gd name="p0x14" fmla="*/ 0 w 8535"/>
              <a:gd name="p0y14" fmla="*/ 53 h 2604"/>
              <a:gd name="p0x15" fmla="*/ 53 w 8535"/>
              <a:gd name="p0y15" fmla="*/ 0 h 2604"/>
              <a:gd name="p0x16" fmla="*/ 120 w 853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799901" y="1555238"/>
            <a:ext cx="5002994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千人一面的教学模式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799901" y="1953203"/>
            <a:ext cx="5002994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传统课堂统一进度，无法适应不同基础学生的个性化需求。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64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课时覆盖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14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章内容，学困生跟不上，优等生吃不饱。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8"/>
            </p:custDataLst>
          </p:nvPr>
        </p:nvSpPr>
        <p:spPr>
          <a:xfrm>
            <a:off x="605341" y="3063738"/>
            <a:ext cx="5391484" cy="1645555"/>
          </a:xfrm>
          <a:custGeom>
            <a:avLst/>
            <a:gdLst>
              <a:gd name="sw" fmla="*/ 1 w 8535"/>
              <a:gd name="sh" fmla="*/ 1 h 2604"/>
              <a:gd name="mins" fmla="min sw sh"/>
              <a:gd name="dsw" fmla="+- 0 sw mins"/>
              <a:gd name="dsh" fmla="+- 0 sh mins"/>
              <a:gd name="p0x0" fmla="*/ 120 w 8535"/>
              <a:gd name="p0y0" fmla="*/ 0 h 2604"/>
              <a:gd name="p0x1" fmla="*/ 8415 w 8535"/>
              <a:gd name="p0y1" fmla="*/ 0 h 2604"/>
              <a:gd name="p0x2" fmla="*/ 8481 w 8535"/>
              <a:gd name="p0y2" fmla="*/ 0 h 2604"/>
              <a:gd name="p0x3" fmla="*/ 8535 w 8535"/>
              <a:gd name="p0y3" fmla="*/ 53 h 2604"/>
              <a:gd name="p0x4" fmla="*/ 8535 w 8535"/>
              <a:gd name="p0y4" fmla="*/ 120 h 2604"/>
              <a:gd name="p0x5" fmla="*/ 8535 w 8535"/>
              <a:gd name="p0y5" fmla="*/ 2484 h 2604"/>
              <a:gd name="p0x6" fmla="*/ 8535 w 8535"/>
              <a:gd name="p0y6" fmla="*/ 2551 h 2604"/>
              <a:gd name="p0x7" fmla="*/ 8481 w 8535"/>
              <a:gd name="p0y7" fmla="*/ 2604 h 2604"/>
              <a:gd name="p0x8" fmla="*/ 8415 w 8535"/>
              <a:gd name="p0y8" fmla="*/ 2604 h 2604"/>
              <a:gd name="p0x9" fmla="*/ 120 w 8535"/>
              <a:gd name="p0y9" fmla="*/ 2604 h 2604"/>
              <a:gd name="p0x10" fmla="*/ 53 w 8535"/>
              <a:gd name="p0y10" fmla="*/ 2604 h 2604"/>
              <a:gd name="p0x11" fmla="*/ 0 w 8535"/>
              <a:gd name="p0y11" fmla="*/ 2551 h 2604"/>
              <a:gd name="p0x12" fmla="*/ 0 w 8535"/>
              <a:gd name="p0y12" fmla="*/ 2484 h 2604"/>
              <a:gd name="p0x13" fmla="*/ 0 w 8535"/>
              <a:gd name="p0y13" fmla="*/ 120 h 2604"/>
              <a:gd name="p0x14" fmla="*/ 0 w 8535"/>
              <a:gd name="p0y14" fmla="*/ 53 h 2604"/>
              <a:gd name="p0x15" fmla="*/ 53 w 8535"/>
              <a:gd name="p0y15" fmla="*/ 0 h 2604"/>
              <a:gd name="p0x16" fmla="*/ 120 w 853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799901" y="3399750"/>
            <a:ext cx="5002994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诊断反馈浅层化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799901" y="3797715"/>
            <a:ext cx="5002994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en-US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Online Judge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只告知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"Wrong Answer"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，无法定位错误根源、分析复杂度、提供针对性修复建议。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11"/>
            </p:custDataLst>
          </p:nvPr>
        </p:nvSpPr>
        <p:spPr>
          <a:xfrm>
            <a:off x="605341" y="4908276"/>
            <a:ext cx="5391484" cy="1645555"/>
          </a:xfrm>
          <a:custGeom>
            <a:avLst/>
            <a:gdLst>
              <a:gd name="sw" fmla="*/ 1 w 8535"/>
              <a:gd name="sh" fmla="*/ 1 h 2604"/>
              <a:gd name="mins" fmla="min sw sh"/>
              <a:gd name="dsw" fmla="+- 0 sw mins"/>
              <a:gd name="dsh" fmla="+- 0 sh mins"/>
              <a:gd name="p0x0" fmla="*/ 120 w 8535"/>
              <a:gd name="p0y0" fmla="*/ 0 h 2604"/>
              <a:gd name="p0x1" fmla="*/ 8415 w 8535"/>
              <a:gd name="p0y1" fmla="*/ 0 h 2604"/>
              <a:gd name="p0x2" fmla="*/ 8481 w 8535"/>
              <a:gd name="p0y2" fmla="*/ 0 h 2604"/>
              <a:gd name="p0x3" fmla="*/ 8535 w 8535"/>
              <a:gd name="p0y3" fmla="*/ 53 h 2604"/>
              <a:gd name="p0x4" fmla="*/ 8535 w 8535"/>
              <a:gd name="p0y4" fmla="*/ 120 h 2604"/>
              <a:gd name="p0x5" fmla="*/ 8535 w 8535"/>
              <a:gd name="p0y5" fmla="*/ 2484 h 2604"/>
              <a:gd name="p0x6" fmla="*/ 8535 w 8535"/>
              <a:gd name="p0y6" fmla="*/ 2551 h 2604"/>
              <a:gd name="p0x7" fmla="*/ 8481 w 8535"/>
              <a:gd name="p0y7" fmla="*/ 2604 h 2604"/>
              <a:gd name="p0x8" fmla="*/ 8415 w 8535"/>
              <a:gd name="p0y8" fmla="*/ 2604 h 2604"/>
              <a:gd name="p0x9" fmla="*/ 120 w 8535"/>
              <a:gd name="p0y9" fmla="*/ 2604 h 2604"/>
              <a:gd name="p0x10" fmla="*/ 53 w 8535"/>
              <a:gd name="p0y10" fmla="*/ 2604 h 2604"/>
              <a:gd name="p0x11" fmla="*/ 0 w 8535"/>
              <a:gd name="p0y11" fmla="*/ 2551 h 2604"/>
              <a:gd name="p0x12" fmla="*/ 0 w 8535"/>
              <a:gd name="p0y12" fmla="*/ 2484 h 2604"/>
              <a:gd name="p0x13" fmla="*/ 0 w 8535"/>
              <a:gd name="p0y13" fmla="*/ 120 h 2604"/>
              <a:gd name="p0x14" fmla="*/ 0 w 8535"/>
              <a:gd name="p0y14" fmla="*/ 53 h 2604"/>
              <a:gd name="p0x15" fmla="*/ 53 w 8535"/>
              <a:gd name="p0y15" fmla="*/ 0 h 2604"/>
              <a:gd name="p0x16" fmla="*/ 120 w 853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799901" y="5244263"/>
            <a:ext cx="5002994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代码执行的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黑盒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困境</a:t>
            </a:r>
            <a:endParaRPr lang="zh-CN" altLang="en-US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799901" y="5642229"/>
            <a:ext cx="5002994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学生写完代码只看到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通过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或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错误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，无法直观理解算法执行过程。链表指针如何移动？递归栈如何展开？全凭想象。</a:t>
            </a:r>
            <a:endParaRPr lang="zh-CN" altLang="en-US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14"/>
            </p:custDataLst>
          </p:nvPr>
        </p:nvSpPr>
        <p:spPr>
          <a:xfrm>
            <a:off x="6195807" y="1219200"/>
            <a:ext cx="5391484" cy="1645555"/>
          </a:xfrm>
          <a:custGeom>
            <a:avLst/>
            <a:gdLst>
              <a:gd name="sw" fmla="*/ 1 w 8535"/>
              <a:gd name="sh" fmla="*/ 1 h 2604"/>
              <a:gd name="mins" fmla="min sw sh"/>
              <a:gd name="dsw" fmla="+- 0 sw mins"/>
              <a:gd name="dsh" fmla="+- 0 sh mins"/>
              <a:gd name="p0x0" fmla="*/ 120 w 8535"/>
              <a:gd name="p0y0" fmla="*/ 0 h 2604"/>
              <a:gd name="p0x1" fmla="*/ 8415 w 8535"/>
              <a:gd name="p0y1" fmla="*/ 0 h 2604"/>
              <a:gd name="p0x2" fmla="*/ 8481 w 8535"/>
              <a:gd name="p0y2" fmla="*/ 0 h 2604"/>
              <a:gd name="p0x3" fmla="*/ 8535 w 8535"/>
              <a:gd name="p0y3" fmla="*/ 53 h 2604"/>
              <a:gd name="p0x4" fmla="*/ 8535 w 8535"/>
              <a:gd name="p0y4" fmla="*/ 120 h 2604"/>
              <a:gd name="p0x5" fmla="*/ 8535 w 8535"/>
              <a:gd name="p0y5" fmla="*/ 2484 h 2604"/>
              <a:gd name="p0x6" fmla="*/ 8535 w 8535"/>
              <a:gd name="p0y6" fmla="*/ 2551 h 2604"/>
              <a:gd name="p0x7" fmla="*/ 8481 w 8535"/>
              <a:gd name="p0y7" fmla="*/ 2604 h 2604"/>
              <a:gd name="p0x8" fmla="*/ 8415 w 8535"/>
              <a:gd name="p0y8" fmla="*/ 2604 h 2604"/>
              <a:gd name="p0x9" fmla="*/ 120 w 8535"/>
              <a:gd name="p0y9" fmla="*/ 2604 h 2604"/>
              <a:gd name="p0x10" fmla="*/ 53 w 8535"/>
              <a:gd name="p0y10" fmla="*/ 2604 h 2604"/>
              <a:gd name="p0x11" fmla="*/ 0 w 8535"/>
              <a:gd name="p0y11" fmla="*/ 2551 h 2604"/>
              <a:gd name="p0x12" fmla="*/ 0 w 8535"/>
              <a:gd name="p0y12" fmla="*/ 2484 h 2604"/>
              <a:gd name="p0x13" fmla="*/ 0 w 8535"/>
              <a:gd name="p0y13" fmla="*/ 120 h 2604"/>
              <a:gd name="p0x14" fmla="*/ 0 w 8535"/>
              <a:gd name="p0y14" fmla="*/ 53 h 2604"/>
              <a:gd name="p0x15" fmla="*/ 53 w 8535"/>
              <a:gd name="p0y15" fmla="*/ 0 h 2604"/>
              <a:gd name="p0x16" fmla="*/ 120 w 853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5"/>
            </p:custDataLst>
          </p:nvPr>
        </p:nvSpPr>
        <p:spPr>
          <a:xfrm>
            <a:off x="6390368" y="1555238"/>
            <a:ext cx="5002994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学习过程不可追踪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6"/>
            </p:custDataLst>
          </p:nvPr>
        </p:nvSpPr>
        <p:spPr>
          <a:xfrm>
            <a:off x="6390368" y="1953203"/>
            <a:ext cx="5002994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学生的学习轨迹、知识掌握度、薄弱环节缺乏系统化记录，教师无法获取班级级学情分析。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17"/>
            </p:custDataLst>
          </p:nvPr>
        </p:nvSpPr>
        <p:spPr>
          <a:xfrm>
            <a:off x="6195807" y="3063738"/>
            <a:ext cx="5391484" cy="1645555"/>
          </a:xfrm>
          <a:custGeom>
            <a:avLst/>
            <a:gdLst>
              <a:gd name="sw" fmla="*/ 1 w 8535"/>
              <a:gd name="sh" fmla="*/ 1 h 2604"/>
              <a:gd name="mins" fmla="min sw sh"/>
              <a:gd name="dsw" fmla="+- 0 sw mins"/>
              <a:gd name="dsh" fmla="+- 0 sh mins"/>
              <a:gd name="p0x0" fmla="*/ 120 w 8535"/>
              <a:gd name="p0y0" fmla="*/ 0 h 2604"/>
              <a:gd name="p0x1" fmla="*/ 8415 w 8535"/>
              <a:gd name="p0y1" fmla="*/ 0 h 2604"/>
              <a:gd name="p0x2" fmla="*/ 8481 w 8535"/>
              <a:gd name="p0y2" fmla="*/ 0 h 2604"/>
              <a:gd name="p0x3" fmla="*/ 8535 w 8535"/>
              <a:gd name="p0y3" fmla="*/ 53 h 2604"/>
              <a:gd name="p0x4" fmla="*/ 8535 w 8535"/>
              <a:gd name="p0y4" fmla="*/ 120 h 2604"/>
              <a:gd name="p0x5" fmla="*/ 8535 w 8535"/>
              <a:gd name="p0y5" fmla="*/ 2484 h 2604"/>
              <a:gd name="p0x6" fmla="*/ 8535 w 8535"/>
              <a:gd name="p0y6" fmla="*/ 2551 h 2604"/>
              <a:gd name="p0x7" fmla="*/ 8481 w 8535"/>
              <a:gd name="p0y7" fmla="*/ 2604 h 2604"/>
              <a:gd name="p0x8" fmla="*/ 8415 w 8535"/>
              <a:gd name="p0y8" fmla="*/ 2604 h 2604"/>
              <a:gd name="p0x9" fmla="*/ 120 w 8535"/>
              <a:gd name="p0y9" fmla="*/ 2604 h 2604"/>
              <a:gd name="p0x10" fmla="*/ 53 w 8535"/>
              <a:gd name="p0y10" fmla="*/ 2604 h 2604"/>
              <a:gd name="p0x11" fmla="*/ 0 w 8535"/>
              <a:gd name="p0y11" fmla="*/ 2551 h 2604"/>
              <a:gd name="p0x12" fmla="*/ 0 w 8535"/>
              <a:gd name="p0y12" fmla="*/ 2484 h 2604"/>
              <a:gd name="p0x13" fmla="*/ 0 w 8535"/>
              <a:gd name="p0y13" fmla="*/ 120 h 2604"/>
              <a:gd name="p0x14" fmla="*/ 0 w 8535"/>
              <a:gd name="p0y14" fmla="*/ 53 h 2604"/>
              <a:gd name="p0x15" fmla="*/ 53 w 8535"/>
              <a:gd name="p0y15" fmla="*/ 0 h 2604"/>
              <a:gd name="p0x16" fmla="*/ 120 w 853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8"/>
            </p:custDataLst>
          </p:nvPr>
        </p:nvSpPr>
        <p:spPr>
          <a:xfrm>
            <a:off x="6390368" y="3399750"/>
            <a:ext cx="5002994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AI </a:t>
            </a:r>
            <a:r>
              <a:rPr 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辅导缺乏可信度</a:t>
            </a:r>
            <a:endParaRPr lang="zh-CN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9"/>
            </p:custDataLst>
          </p:nvPr>
        </p:nvSpPr>
        <p:spPr>
          <a:xfrm>
            <a:off x="6390368" y="3797715"/>
            <a:ext cx="5002994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通用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AI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助手容易产生幻觉，生成错误的算法解释或虚假的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LeetCode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题目，学生难以辨别内容可靠性。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0"/>
            </p:custDataLst>
          </p:nvPr>
        </p:nvSpPr>
        <p:spPr>
          <a:xfrm>
            <a:off x="6195807" y="4908276"/>
            <a:ext cx="5391484" cy="1645555"/>
          </a:xfrm>
          <a:custGeom>
            <a:avLst/>
            <a:gdLst>
              <a:gd name="sw" fmla="*/ 1 w 8535"/>
              <a:gd name="sh" fmla="*/ 1 h 2604"/>
              <a:gd name="mins" fmla="min sw sh"/>
              <a:gd name="dsw" fmla="+- 0 sw mins"/>
              <a:gd name="dsh" fmla="+- 0 sh mins"/>
              <a:gd name="p0x0" fmla="*/ 120 w 8535"/>
              <a:gd name="p0y0" fmla="*/ 0 h 2604"/>
              <a:gd name="p0x1" fmla="*/ 8415 w 8535"/>
              <a:gd name="p0y1" fmla="*/ 0 h 2604"/>
              <a:gd name="p0x2" fmla="*/ 8481 w 8535"/>
              <a:gd name="p0y2" fmla="*/ 0 h 2604"/>
              <a:gd name="p0x3" fmla="*/ 8535 w 8535"/>
              <a:gd name="p0y3" fmla="*/ 53 h 2604"/>
              <a:gd name="p0x4" fmla="*/ 8535 w 8535"/>
              <a:gd name="p0y4" fmla="*/ 120 h 2604"/>
              <a:gd name="p0x5" fmla="*/ 8535 w 8535"/>
              <a:gd name="p0y5" fmla="*/ 2484 h 2604"/>
              <a:gd name="p0x6" fmla="*/ 8535 w 8535"/>
              <a:gd name="p0y6" fmla="*/ 2551 h 2604"/>
              <a:gd name="p0x7" fmla="*/ 8481 w 8535"/>
              <a:gd name="p0y7" fmla="*/ 2604 h 2604"/>
              <a:gd name="p0x8" fmla="*/ 8415 w 8535"/>
              <a:gd name="p0y8" fmla="*/ 2604 h 2604"/>
              <a:gd name="p0x9" fmla="*/ 120 w 8535"/>
              <a:gd name="p0y9" fmla="*/ 2604 h 2604"/>
              <a:gd name="p0x10" fmla="*/ 53 w 8535"/>
              <a:gd name="p0y10" fmla="*/ 2604 h 2604"/>
              <a:gd name="p0x11" fmla="*/ 0 w 8535"/>
              <a:gd name="p0y11" fmla="*/ 2551 h 2604"/>
              <a:gd name="p0x12" fmla="*/ 0 w 8535"/>
              <a:gd name="p0y12" fmla="*/ 2484 h 2604"/>
              <a:gd name="p0x13" fmla="*/ 0 w 8535"/>
              <a:gd name="p0y13" fmla="*/ 120 h 2604"/>
              <a:gd name="p0x14" fmla="*/ 0 w 8535"/>
              <a:gd name="p0y14" fmla="*/ 53 h 2604"/>
              <a:gd name="p0x15" fmla="*/ 53 w 8535"/>
              <a:gd name="p0y15" fmla="*/ 0 h 2604"/>
              <a:gd name="p0x16" fmla="*/ 120 w 853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21"/>
            </p:custDataLst>
          </p:nvPr>
        </p:nvSpPr>
        <p:spPr>
          <a:xfrm>
            <a:off x="6390368" y="5087626"/>
            <a:ext cx="5002994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核心矛盾</a:t>
            </a:r>
            <a:endParaRPr b="1">
              <a:solidFill>
                <a:srgbClr val="000000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22"/>
            </p:custDataLst>
          </p:nvPr>
        </p:nvSpPr>
        <p:spPr>
          <a:xfrm>
            <a:off x="6390368" y="5477083"/>
            <a:ext cx="5002994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en-US" altLang="en-US" sz="13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DSA</a:t>
            </a:r>
            <a:r>
              <a:rPr lang="zh-CN" altLang="en-US" sz="13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课程需要深度个性化辅导，但高校师资配比难以实现</a:t>
            </a:r>
            <a:r>
              <a:rPr lang="en-US" altLang="zh-CN" sz="13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3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一对一</a:t>
            </a:r>
            <a:r>
              <a:rPr lang="en-US" altLang="zh-CN" sz="13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3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教学。</a:t>
            </a:r>
            <a:endParaRPr lang="zh-CN" altLang="en-US" sz="1300">
              <a:solidFill>
                <a:srgbClr val="000000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23"/>
            </p:custDataLst>
          </p:nvPr>
        </p:nvSpPr>
        <p:spPr>
          <a:xfrm>
            <a:off x="6390368" y="6080768"/>
            <a:ext cx="5002994" cy="2741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en-US" sz="13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AI + </a:t>
            </a:r>
            <a:r>
              <a:rPr lang="zh-CN" sz="13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多智能体协作是破解这一矛盾的关键路径。</a:t>
            </a:r>
            <a:endParaRPr lang="zh-CN" sz="1300">
              <a:solidFill>
                <a:srgbClr val="000000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</p:spTree>
    <p:custDataLst>
      <p:tags r:id="rId2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3" name="图片 12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AlgoPilot 是什么？</a:t>
            </a:r>
            <a:endParaRPr 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5"/>
            </p:custDataLst>
          </p:nvPr>
        </p:nvSpPr>
        <p:spPr>
          <a:xfrm>
            <a:off x="1533449" y="61341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资源类型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6"/>
            </p:custDataLst>
          </p:nvPr>
        </p:nvSpPr>
        <p:spPr>
          <a:xfrm>
            <a:off x="4371899" y="61341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画像维度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1" name="文本框 90"/>
          <p:cNvSpPr txBox="1"/>
          <p:nvPr>
            <p:custDataLst>
              <p:tags r:id="rId7"/>
            </p:custDataLst>
          </p:nvPr>
        </p:nvSpPr>
        <p:spPr>
          <a:xfrm>
            <a:off x="7210349" y="61341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追踪组件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8"/>
            </p:custDataLst>
          </p:nvPr>
        </p:nvSpPr>
        <p:spPr>
          <a:xfrm>
            <a:off x="9972599" y="6134100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自动化测试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9"/>
            </p:custDataLst>
          </p:nvPr>
        </p:nvSpPr>
        <p:spPr>
          <a:xfrm>
            <a:off x="720519" y="1219200"/>
            <a:ext cx="10751573" cy="1231627"/>
          </a:xfrm>
          <a:custGeom>
            <a:avLst/>
            <a:gdLst>
              <a:gd name="sw" fmla="*/ 1 w 17625"/>
              <a:gd name="sh" fmla="*/ 1 h 2019"/>
              <a:gd name="mins" fmla="min sw sh"/>
              <a:gd name="dsw" fmla="+- 0 sw mins"/>
              <a:gd name="dsh" fmla="+- 0 sh mins"/>
              <a:gd name="p0x0" fmla="*/ 120 w 17625"/>
              <a:gd name="p0y0" fmla="*/ 0 h 2019"/>
              <a:gd name="p0x1" fmla="*/ 17505 w 17625"/>
              <a:gd name="p0y1" fmla="*/ 0 h 2019"/>
              <a:gd name="p0x2" fmla="*/ 17571 w 17625"/>
              <a:gd name="p0y2" fmla="*/ 0 h 2019"/>
              <a:gd name="p0x3" fmla="*/ 17625 w 17625"/>
              <a:gd name="p0y3" fmla="*/ 53 h 2019"/>
              <a:gd name="p0x4" fmla="*/ 17625 w 17625"/>
              <a:gd name="p0y4" fmla="*/ 120 h 2019"/>
              <a:gd name="p0x5" fmla="*/ 17625 w 17625"/>
              <a:gd name="p0y5" fmla="*/ 1899 h 2019"/>
              <a:gd name="p0x6" fmla="*/ 17625 w 17625"/>
              <a:gd name="p0y6" fmla="*/ 1965 h 2019"/>
              <a:gd name="p0x7" fmla="*/ 17571 w 17625"/>
              <a:gd name="p0y7" fmla="*/ 2019 h 2019"/>
              <a:gd name="p0x8" fmla="*/ 17505 w 17625"/>
              <a:gd name="p0y8" fmla="*/ 2019 h 2019"/>
              <a:gd name="p0x9" fmla="*/ 120 w 17625"/>
              <a:gd name="p0y9" fmla="*/ 2019 h 2019"/>
              <a:gd name="p0x10" fmla="*/ 53 w 17625"/>
              <a:gd name="p0y10" fmla="*/ 2019 h 2019"/>
              <a:gd name="p0x11" fmla="*/ 0 w 17625"/>
              <a:gd name="p0y11" fmla="*/ 1965 h 2019"/>
              <a:gd name="p0x12" fmla="*/ 0 w 17625"/>
              <a:gd name="p0y12" fmla="*/ 1899 h 2019"/>
              <a:gd name="p0x13" fmla="*/ 0 w 17625"/>
              <a:gd name="p0y13" fmla="*/ 120 h 2019"/>
              <a:gd name="p0x14" fmla="*/ 0 w 17625"/>
              <a:gd name="p0y14" fmla="*/ 53 h 2019"/>
              <a:gd name="p0x15" fmla="*/ 53 w 17625"/>
              <a:gd name="p0y15" fmla="*/ 0 h 2019"/>
              <a:gd name="p0x16" fmla="*/ 120 w 17625"/>
              <a:gd name="p0y16" fmla="*/ 0 h 20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3" name="文本框 92"/>
          <p:cNvSpPr txBox="1"/>
          <p:nvPr>
            <p:custDataLst>
              <p:tags r:id="rId10"/>
            </p:custDataLst>
          </p:nvPr>
        </p:nvSpPr>
        <p:spPr>
          <a:xfrm>
            <a:off x="908404" y="1476674"/>
            <a:ext cx="10376411" cy="322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基于多智能体协作的</a:t>
            </a:r>
            <a:r>
              <a:rPr lang="en-US" altLang="zh-CN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AI </a:t>
            </a:r>
            <a:r>
              <a:rPr lang="zh-CN" altLang="en-US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驱动数据结构与算法个性化学习平台</a:t>
            </a:r>
            <a:endParaRPr lang="zh-CN" altLang="en-US"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11"/>
            </p:custDataLst>
          </p:nvPr>
        </p:nvSpPr>
        <p:spPr>
          <a:xfrm>
            <a:off x="908404" y="1871966"/>
            <a:ext cx="10376411" cy="2940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22+ 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专业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AI 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智能体协同工作，覆盖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画像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路径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资源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评测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诊断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记忆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全流程，实现真正的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千人千面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个性化学习。</a:t>
            </a:r>
            <a:endParaRPr lang="zh-CN" altLang="en-US"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12"/>
            </p:custDataLst>
          </p:nvPr>
        </p:nvSpPr>
        <p:spPr>
          <a:xfrm>
            <a:off x="720519" y="2533179"/>
            <a:ext cx="2571227" cy="1751363"/>
          </a:xfrm>
          <a:custGeom>
            <a:avLst/>
            <a:gdLst>
              <a:gd name="sw" fmla="*/ 1 w 4215"/>
              <a:gd name="sh" fmla="*/ 1 h 2870"/>
              <a:gd name="mins" fmla="min sw sh"/>
              <a:gd name="dsw" fmla="+- 0 sw mins"/>
              <a:gd name="dsh" fmla="+- 0 sh mins"/>
              <a:gd name="p0x0" fmla="*/ 120 w 4215"/>
              <a:gd name="p0y0" fmla="*/ 0 h 2870"/>
              <a:gd name="p0x1" fmla="*/ 4095 w 4215"/>
              <a:gd name="p0y1" fmla="*/ 0 h 2870"/>
              <a:gd name="p0x2" fmla="*/ 4161 w 4215"/>
              <a:gd name="p0y2" fmla="*/ 0 h 2870"/>
              <a:gd name="p0x3" fmla="*/ 4215 w 4215"/>
              <a:gd name="p0y3" fmla="*/ 53 h 2870"/>
              <a:gd name="p0x4" fmla="*/ 4215 w 4215"/>
              <a:gd name="p0y4" fmla="*/ 120 h 2870"/>
              <a:gd name="p0x5" fmla="*/ 4215 w 4215"/>
              <a:gd name="p0y5" fmla="*/ 2750 h 2870"/>
              <a:gd name="p0x6" fmla="*/ 4215 w 4215"/>
              <a:gd name="p0y6" fmla="*/ 2817 h 2870"/>
              <a:gd name="p0x7" fmla="*/ 4161 w 4215"/>
              <a:gd name="p0y7" fmla="*/ 2870 h 2870"/>
              <a:gd name="p0x8" fmla="*/ 4095 w 4215"/>
              <a:gd name="p0y8" fmla="*/ 2870 h 2870"/>
              <a:gd name="p0x9" fmla="*/ 120 w 4215"/>
              <a:gd name="p0y9" fmla="*/ 2870 h 2870"/>
              <a:gd name="p0x10" fmla="*/ 53 w 4215"/>
              <a:gd name="p0y10" fmla="*/ 2870 h 2870"/>
              <a:gd name="p0x11" fmla="*/ 0 w 4215"/>
              <a:gd name="p0y11" fmla="*/ 2817 h 2870"/>
              <a:gd name="p0x12" fmla="*/ 0 w 4215"/>
              <a:gd name="p0y12" fmla="*/ 2750 h 2870"/>
              <a:gd name="p0x13" fmla="*/ 0 w 4215"/>
              <a:gd name="p0y13" fmla="*/ 120 h 2870"/>
              <a:gd name="p0x14" fmla="*/ 0 w 4215"/>
              <a:gd name="p0y14" fmla="*/ 53 h 2870"/>
              <a:gd name="p0x15" fmla="*/ 53 w 4215"/>
              <a:gd name="p0y15" fmla="*/ 0 h 2870"/>
              <a:gd name="p0x16" fmla="*/ 120 w 4215"/>
              <a:gd name="p0y16" fmla="*/ 0 h 2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13"/>
            </p:custDataLst>
          </p:nvPr>
        </p:nvSpPr>
        <p:spPr>
          <a:xfrm>
            <a:off x="908404" y="2721065"/>
            <a:ext cx="402612" cy="402612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95" name="图片 9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3492" t="-4510" r="-3492" b="-4510"/>
          <a:stretch>
            <a:fillRect/>
          </a:stretch>
        </p:blipFill>
        <p:spPr>
          <a:xfrm>
            <a:off x="1006617" y="2835138"/>
            <a:ext cx="205576" cy="169585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17"/>
            </p:custDataLst>
          </p:nvPr>
        </p:nvSpPr>
        <p:spPr>
          <a:xfrm>
            <a:off x="1384219" y="2770559"/>
            <a:ext cx="1537319" cy="276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多智能体协作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18"/>
            </p:custDataLst>
          </p:nvPr>
        </p:nvSpPr>
        <p:spPr>
          <a:xfrm>
            <a:off x="908404" y="3342064"/>
            <a:ext cx="45751" cy="45751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19"/>
            </p:custDataLst>
          </p:nvPr>
        </p:nvSpPr>
        <p:spPr>
          <a:xfrm>
            <a:off x="1027358" y="3218923"/>
            <a:ext cx="1890821" cy="2647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22+ AI </a:t>
            </a:r>
            <a:r>
              <a:rPr 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智能体分层协作</a:t>
            </a:r>
            <a:endParaRPr lang="zh-CN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20"/>
            </p:custDataLst>
          </p:nvPr>
        </p:nvSpPr>
        <p:spPr>
          <a:xfrm>
            <a:off x="908404" y="3678794"/>
            <a:ext cx="45751" cy="45751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21"/>
            </p:custDataLst>
          </p:nvPr>
        </p:nvSpPr>
        <p:spPr>
          <a:xfrm>
            <a:off x="1027358" y="3555625"/>
            <a:ext cx="2178122" cy="2647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自研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DAG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编排引擎统一调度</a:t>
            </a:r>
            <a:endParaRPr lang="zh-CN" altLang="en-US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22"/>
            </p:custDataLst>
          </p:nvPr>
        </p:nvSpPr>
        <p:spPr>
          <a:xfrm>
            <a:off x="3447301" y="2533179"/>
            <a:ext cx="2571227" cy="1751363"/>
          </a:xfrm>
          <a:custGeom>
            <a:avLst/>
            <a:gdLst>
              <a:gd name="sw" fmla="*/ 1 w 4215"/>
              <a:gd name="sh" fmla="*/ 1 h 2870"/>
              <a:gd name="mins" fmla="min sw sh"/>
              <a:gd name="dsw" fmla="+- 0 sw mins"/>
              <a:gd name="dsh" fmla="+- 0 sh mins"/>
              <a:gd name="p0x0" fmla="*/ 120 w 4215"/>
              <a:gd name="p0y0" fmla="*/ 0 h 2870"/>
              <a:gd name="p0x1" fmla="*/ 4095 w 4215"/>
              <a:gd name="p0y1" fmla="*/ 0 h 2870"/>
              <a:gd name="p0x2" fmla="*/ 4161 w 4215"/>
              <a:gd name="p0y2" fmla="*/ 0 h 2870"/>
              <a:gd name="p0x3" fmla="*/ 4215 w 4215"/>
              <a:gd name="p0y3" fmla="*/ 53 h 2870"/>
              <a:gd name="p0x4" fmla="*/ 4215 w 4215"/>
              <a:gd name="p0y4" fmla="*/ 120 h 2870"/>
              <a:gd name="p0x5" fmla="*/ 4215 w 4215"/>
              <a:gd name="p0y5" fmla="*/ 2750 h 2870"/>
              <a:gd name="p0x6" fmla="*/ 4215 w 4215"/>
              <a:gd name="p0y6" fmla="*/ 2817 h 2870"/>
              <a:gd name="p0x7" fmla="*/ 4161 w 4215"/>
              <a:gd name="p0y7" fmla="*/ 2870 h 2870"/>
              <a:gd name="p0x8" fmla="*/ 4095 w 4215"/>
              <a:gd name="p0y8" fmla="*/ 2870 h 2870"/>
              <a:gd name="p0x9" fmla="*/ 120 w 4215"/>
              <a:gd name="p0y9" fmla="*/ 2870 h 2870"/>
              <a:gd name="p0x10" fmla="*/ 53 w 4215"/>
              <a:gd name="p0y10" fmla="*/ 2870 h 2870"/>
              <a:gd name="p0x11" fmla="*/ 0 w 4215"/>
              <a:gd name="p0y11" fmla="*/ 2817 h 2870"/>
              <a:gd name="p0x12" fmla="*/ 0 w 4215"/>
              <a:gd name="p0y12" fmla="*/ 2750 h 2870"/>
              <a:gd name="p0x13" fmla="*/ 0 w 4215"/>
              <a:gd name="p0y13" fmla="*/ 120 h 2870"/>
              <a:gd name="p0x14" fmla="*/ 0 w 4215"/>
              <a:gd name="p0y14" fmla="*/ 53 h 2870"/>
              <a:gd name="p0x15" fmla="*/ 53 w 4215"/>
              <a:gd name="p0y15" fmla="*/ 0 h 2870"/>
              <a:gd name="p0x16" fmla="*/ 120 w 4215"/>
              <a:gd name="p0y16" fmla="*/ 0 h 2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23"/>
            </p:custDataLst>
          </p:nvPr>
        </p:nvSpPr>
        <p:spPr>
          <a:xfrm>
            <a:off x="3635186" y="2721065"/>
            <a:ext cx="402612" cy="402612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3860" t="-7917" r="-3860" b="-7917"/>
          <a:stretch>
            <a:fillRect/>
          </a:stretch>
        </p:blipFill>
        <p:spPr>
          <a:xfrm>
            <a:off x="3742549" y="2835138"/>
            <a:ext cx="187276" cy="169585"/>
          </a:xfrm>
          <a:prstGeom prst="rect">
            <a:avLst/>
          </a:prstGeom>
        </p:spPr>
      </p:pic>
      <p:sp>
        <p:nvSpPr>
          <p:cNvPr id="100" name="文本框 99"/>
          <p:cNvSpPr txBox="1"/>
          <p:nvPr>
            <p:custDataLst>
              <p:tags r:id="rId27"/>
            </p:custDataLst>
          </p:nvPr>
        </p:nvSpPr>
        <p:spPr>
          <a:xfrm>
            <a:off x="4111000" y="2770559"/>
            <a:ext cx="1098106" cy="276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千人千面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28"/>
            </p:custDataLst>
          </p:nvPr>
        </p:nvSpPr>
        <p:spPr>
          <a:xfrm>
            <a:off x="3635186" y="3342064"/>
            <a:ext cx="45751" cy="45751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29"/>
            </p:custDataLst>
          </p:nvPr>
        </p:nvSpPr>
        <p:spPr>
          <a:xfrm>
            <a:off x="3754140" y="3218923"/>
            <a:ext cx="2077112" cy="5294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en-US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6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维学生画像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DAG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路径规划</a:t>
            </a:r>
            <a:endParaRPr lang="zh-CN" altLang="en-US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30"/>
            </p:custDataLst>
          </p:nvPr>
        </p:nvSpPr>
        <p:spPr>
          <a:xfrm>
            <a:off x="3635186" y="3942322"/>
            <a:ext cx="45751" cy="45751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31"/>
            </p:custDataLst>
          </p:nvPr>
        </p:nvSpPr>
        <p:spPr>
          <a:xfrm>
            <a:off x="3754140" y="3819125"/>
            <a:ext cx="1153008" cy="2647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智能资源推荐</a:t>
            </a:r>
            <a:endParaRPr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32"/>
            </p:custDataLst>
          </p:nvPr>
        </p:nvSpPr>
        <p:spPr>
          <a:xfrm>
            <a:off x="6174082" y="2533179"/>
            <a:ext cx="2571227" cy="1751363"/>
          </a:xfrm>
          <a:custGeom>
            <a:avLst/>
            <a:gdLst>
              <a:gd name="sw" fmla="*/ 1 w 4215"/>
              <a:gd name="sh" fmla="*/ 1 h 2870"/>
              <a:gd name="mins" fmla="min sw sh"/>
              <a:gd name="dsw" fmla="+- 0 sw mins"/>
              <a:gd name="dsh" fmla="+- 0 sh mins"/>
              <a:gd name="p0x0" fmla="*/ 120 w 4215"/>
              <a:gd name="p0y0" fmla="*/ 0 h 2870"/>
              <a:gd name="p0x1" fmla="*/ 4095 w 4215"/>
              <a:gd name="p0y1" fmla="*/ 0 h 2870"/>
              <a:gd name="p0x2" fmla="*/ 4161 w 4215"/>
              <a:gd name="p0y2" fmla="*/ 0 h 2870"/>
              <a:gd name="p0x3" fmla="*/ 4215 w 4215"/>
              <a:gd name="p0y3" fmla="*/ 53 h 2870"/>
              <a:gd name="p0x4" fmla="*/ 4215 w 4215"/>
              <a:gd name="p0y4" fmla="*/ 120 h 2870"/>
              <a:gd name="p0x5" fmla="*/ 4215 w 4215"/>
              <a:gd name="p0y5" fmla="*/ 2750 h 2870"/>
              <a:gd name="p0x6" fmla="*/ 4215 w 4215"/>
              <a:gd name="p0y6" fmla="*/ 2817 h 2870"/>
              <a:gd name="p0x7" fmla="*/ 4161 w 4215"/>
              <a:gd name="p0y7" fmla="*/ 2870 h 2870"/>
              <a:gd name="p0x8" fmla="*/ 4095 w 4215"/>
              <a:gd name="p0y8" fmla="*/ 2870 h 2870"/>
              <a:gd name="p0x9" fmla="*/ 120 w 4215"/>
              <a:gd name="p0y9" fmla="*/ 2870 h 2870"/>
              <a:gd name="p0x10" fmla="*/ 53 w 4215"/>
              <a:gd name="p0y10" fmla="*/ 2870 h 2870"/>
              <a:gd name="p0x11" fmla="*/ 0 w 4215"/>
              <a:gd name="p0y11" fmla="*/ 2817 h 2870"/>
              <a:gd name="p0x12" fmla="*/ 0 w 4215"/>
              <a:gd name="p0y12" fmla="*/ 2750 h 2870"/>
              <a:gd name="p0x13" fmla="*/ 0 w 4215"/>
              <a:gd name="p0y13" fmla="*/ 120 h 2870"/>
              <a:gd name="p0x14" fmla="*/ 0 w 4215"/>
              <a:gd name="p0y14" fmla="*/ 53 h 2870"/>
              <a:gd name="p0x15" fmla="*/ 53 w 4215"/>
              <a:gd name="p0y15" fmla="*/ 0 h 2870"/>
              <a:gd name="p0x16" fmla="*/ 120 w 4215"/>
              <a:gd name="p0y16" fmla="*/ 0 h 2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33"/>
            </p:custDataLst>
          </p:nvPr>
        </p:nvSpPr>
        <p:spPr>
          <a:xfrm>
            <a:off x="6361968" y="2721065"/>
            <a:ext cx="402612" cy="402612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03" name="图片 102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3860" t="-4510" r="-3860" b="-4510"/>
          <a:stretch>
            <a:fillRect/>
          </a:stretch>
        </p:blipFill>
        <p:spPr>
          <a:xfrm>
            <a:off x="6469331" y="2835138"/>
            <a:ext cx="187276" cy="169585"/>
          </a:xfrm>
          <a:prstGeom prst="rect">
            <a:avLst/>
          </a:prstGeom>
        </p:spPr>
      </p:pic>
      <p:sp>
        <p:nvSpPr>
          <p:cNvPr id="104" name="文本框 103"/>
          <p:cNvSpPr txBox="1"/>
          <p:nvPr>
            <p:custDataLst>
              <p:tags r:id="rId37"/>
            </p:custDataLst>
          </p:nvPr>
        </p:nvSpPr>
        <p:spPr>
          <a:xfrm>
            <a:off x="6837782" y="2770559"/>
            <a:ext cx="1317713" cy="276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代码可视化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38"/>
            </p:custDataLst>
          </p:nvPr>
        </p:nvSpPr>
        <p:spPr>
          <a:xfrm>
            <a:off x="6361968" y="3342064"/>
            <a:ext cx="45751" cy="45751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39"/>
            </p:custDataLst>
          </p:nvPr>
        </p:nvSpPr>
        <p:spPr>
          <a:xfrm>
            <a:off x="6480922" y="3218923"/>
            <a:ext cx="1852647" cy="2647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14</a:t>
            </a:r>
            <a:r>
              <a:rPr 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种数据结构追踪组件</a:t>
            </a:r>
            <a:endParaRPr lang="zh-CN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40"/>
            </p:custDataLst>
          </p:nvPr>
        </p:nvSpPr>
        <p:spPr>
          <a:xfrm>
            <a:off x="6361968" y="3678794"/>
            <a:ext cx="45751" cy="45751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6" name="文本框 105"/>
          <p:cNvSpPr txBox="1"/>
          <p:nvPr>
            <p:custDataLst>
              <p:tags r:id="rId41"/>
            </p:custDataLst>
          </p:nvPr>
        </p:nvSpPr>
        <p:spPr>
          <a:xfrm>
            <a:off x="6480922" y="3555625"/>
            <a:ext cx="1755142" cy="2647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Python/C++</a:t>
            </a:r>
            <a:r>
              <a:rPr 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双语支持</a:t>
            </a:r>
            <a:endParaRPr lang="zh-CN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42"/>
            </p:custDataLst>
          </p:nvPr>
        </p:nvSpPr>
        <p:spPr>
          <a:xfrm>
            <a:off x="8900864" y="2533179"/>
            <a:ext cx="2571227" cy="1751363"/>
          </a:xfrm>
          <a:custGeom>
            <a:avLst/>
            <a:gdLst>
              <a:gd name="sw" fmla="*/ 1 w 4215"/>
              <a:gd name="sh" fmla="*/ 1 h 2870"/>
              <a:gd name="mins" fmla="min sw sh"/>
              <a:gd name="dsw" fmla="+- 0 sw mins"/>
              <a:gd name="dsh" fmla="+- 0 sh mins"/>
              <a:gd name="p0x0" fmla="*/ 120 w 4215"/>
              <a:gd name="p0y0" fmla="*/ 0 h 2870"/>
              <a:gd name="p0x1" fmla="*/ 4095 w 4215"/>
              <a:gd name="p0y1" fmla="*/ 0 h 2870"/>
              <a:gd name="p0x2" fmla="*/ 4161 w 4215"/>
              <a:gd name="p0y2" fmla="*/ 0 h 2870"/>
              <a:gd name="p0x3" fmla="*/ 4215 w 4215"/>
              <a:gd name="p0y3" fmla="*/ 53 h 2870"/>
              <a:gd name="p0x4" fmla="*/ 4215 w 4215"/>
              <a:gd name="p0y4" fmla="*/ 120 h 2870"/>
              <a:gd name="p0x5" fmla="*/ 4215 w 4215"/>
              <a:gd name="p0y5" fmla="*/ 2750 h 2870"/>
              <a:gd name="p0x6" fmla="*/ 4215 w 4215"/>
              <a:gd name="p0y6" fmla="*/ 2817 h 2870"/>
              <a:gd name="p0x7" fmla="*/ 4161 w 4215"/>
              <a:gd name="p0y7" fmla="*/ 2870 h 2870"/>
              <a:gd name="p0x8" fmla="*/ 4095 w 4215"/>
              <a:gd name="p0y8" fmla="*/ 2870 h 2870"/>
              <a:gd name="p0x9" fmla="*/ 120 w 4215"/>
              <a:gd name="p0y9" fmla="*/ 2870 h 2870"/>
              <a:gd name="p0x10" fmla="*/ 53 w 4215"/>
              <a:gd name="p0y10" fmla="*/ 2870 h 2870"/>
              <a:gd name="p0x11" fmla="*/ 0 w 4215"/>
              <a:gd name="p0y11" fmla="*/ 2817 h 2870"/>
              <a:gd name="p0x12" fmla="*/ 0 w 4215"/>
              <a:gd name="p0y12" fmla="*/ 2750 h 2870"/>
              <a:gd name="p0x13" fmla="*/ 0 w 4215"/>
              <a:gd name="p0y13" fmla="*/ 120 h 2870"/>
              <a:gd name="p0x14" fmla="*/ 0 w 4215"/>
              <a:gd name="p0y14" fmla="*/ 53 h 2870"/>
              <a:gd name="p0x15" fmla="*/ 53 w 4215"/>
              <a:gd name="p0y15" fmla="*/ 0 h 2870"/>
              <a:gd name="p0x16" fmla="*/ 120 w 4215"/>
              <a:gd name="p0y16" fmla="*/ 0 h 2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43"/>
            </p:custDataLst>
          </p:nvPr>
        </p:nvSpPr>
        <p:spPr>
          <a:xfrm>
            <a:off x="9088750" y="2721065"/>
            <a:ext cx="402612" cy="402612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07" name="图片 106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6250" t="-4510" r="-6250" b="-4510"/>
          <a:stretch>
            <a:fillRect/>
          </a:stretch>
        </p:blipFill>
        <p:spPr>
          <a:xfrm>
            <a:off x="9207703" y="2835138"/>
            <a:ext cx="164705" cy="169585"/>
          </a:xfrm>
          <a:prstGeom prst="rect">
            <a:avLst/>
          </a:prstGeom>
        </p:spPr>
      </p:pic>
      <p:sp>
        <p:nvSpPr>
          <p:cNvPr id="108" name="文本框 107"/>
          <p:cNvSpPr txBox="1"/>
          <p:nvPr>
            <p:custDataLst>
              <p:tags r:id="rId47"/>
            </p:custDataLst>
          </p:nvPr>
        </p:nvSpPr>
        <p:spPr>
          <a:xfrm>
            <a:off x="9564564" y="2770559"/>
            <a:ext cx="1098106" cy="276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安全可信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48"/>
            </p:custDataLst>
          </p:nvPr>
        </p:nvSpPr>
        <p:spPr>
          <a:xfrm>
            <a:off x="9088750" y="3342064"/>
            <a:ext cx="45751" cy="45751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9" name="文本框 108"/>
          <p:cNvSpPr txBox="1"/>
          <p:nvPr>
            <p:custDataLst>
              <p:tags r:id="rId49"/>
            </p:custDataLst>
          </p:nvPr>
        </p:nvSpPr>
        <p:spPr>
          <a:xfrm>
            <a:off x="9207703" y="3218923"/>
            <a:ext cx="1153008" cy="2647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三层防护体系</a:t>
            </a:r>
            <a:endParaRPr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9" name="任意多边形 78"/>
          <p:cNvSpPr/>
          <p:nvPr>
            <p:custDataLst>
              <p:tags r:id="rId50"/>
            </p:custDataLst>
          </p:nvPr>
        </p:nvSpPr>
        <p:spPr>
          <a:xfrm>
            <a:off x="9088750" y="3678794"/>
            <a:ext cx="45751" cy="45751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51"/>
            </p:custDataLst>
          </p:nvPr>
        </p:nvSpPr>
        <p:spPr>
          <a:xfrm>
            <a:off x="9207703" y="3555625"/>
            <a:ext cx="2077112" cy="5294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反幻觉管线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Fail-closed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策略</a:t>
            </a:r>
            <a:endParaRPr lang="zh-CN" altLang="en-US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52"/>
            </p:custDataLst>
          </p:nvPr>
        </p:nvSpPr>
        <p:spPr>
          <a:xfrm>
            <a:off x="720519" y="4366894"/>
            <a:ext cx="2571227" cy="1015680"/>
          </a:xfrm>
          <a:custGeom>
            <a:avLst/>
            <a:gdLst>
              <a:gd name="sw" fmla="*/ 1 w 4215"/>
              <a:gd name="sh" fmla="*/ 1 h 1665"/>
              <a:gd name="mins" fmla="min sw sh"/>
              <a:gd name="dsw" fmla="+- 0 sw mins"/>
              <a:gd name="dsh" fmla="+- 0 sh mins"/>
              <a:gd name="p0x0" fmla="*/ 120 w 4215"/>
              <a:gd name="p0y0" fmla="*/ 0 h 1665"/>
              <a:gd name="p0x1" fmla="*/ 4095 w 4215"/>
              <a:gd name="p0y1" fmla="*/ 0 h 1665"/>
              <a:gd name="p0x2" fmla="*/ 4161 w 4215"/>
              <a:gd name="p0y2" fmla="*/ 0 h 1665"/>
              <a:gd name="p0x3" fmla="*/ 4215 w 4215"/>
              <a:gd name="p0y3" fmla="*/ 53 h 1665"/>
              <a:gd name="p0x4" fmla="*/ 4215 w 4215"/>
              <a:gd name="p0y4" fmla="*/ 120 h 1665"/>
              <a:gd name="p0x5" fmla="*/ 4215 w 4215"/>
              <a:gd name="p0y5" fmla="*/ 1545 h 1665"/>
              <a:gd name="p0x6" fmla="*/ 4215 w 4215"/>
              <a:gd name="p0y6" fmla="*/ 1611 h 1665"/>
              <a:gd name="p0x7" fmla="*/ 4161 w 4215"/>
              <a:gd name="p0y7" fmla="*/ 1665 h 1665"/>
              <a:gd name="p0x8" fmla="*/ 4095 w 4215"/>
              <a:gd name="p0y8" fmla="*/ 1665 h 1665"/>
              <a:gd name="p0x9" fmla="*/ 120 w 4215"/>
              <a:gd name="p0y9" fmla="*/ 1665 h 1665"/>
              <a:gd name="p0x10" fmla="*/ 53 w 4215"/>
              <a:gd name="p0y10" fmla="*/ 1665 h 1665"/>
              <a:gd name="p0x11" fmla="*/ 0 w 4215"/>
              <a:gd name="p0y11" fmla="*/ 1611 h 1665"/>
              <a:gd name="p0x12" fmla="*/ 0 w 4215"/>
              <a:gd name="p0y12" fmla="*/ 1545 h 1665"/>
              <a:gd name="p0x13" fmla="*/ 0 w 4215"/>
              <a:gd name="p0y13" fmla="*/ 120 h 1665"/>
              <a:gd name="p0x14" fmla="*/ 0 w 4215"/>
              <a:gd name="p0y14" fmla="*/ 53 h 1665"/>
              <a:gd name="p0x15" fmla="*/ 53 w 4215"/>
              <a:gd name="p0y15" fmla="*/ 0 h 1665"/>
              <a:gd name="p0x16" fmla="*/ 120 w 4215"/>
              <a:gd name="p0y16" fmla="*/ 0 h 1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1" name="文本框 110"/>
          <p:cNvSpPr txBox="1"/>
          <p:nvPr>
            <p:custDataLst>
              <p:tags r:id="rId53"/>
            </p:custDataLst>
          </p:nvPr>
        </p:nvSpPr>
        <p:spPr>
          <a:xfrm>
            <a:off x="1698046" y="4532819"/>
            <a:ext cx="946120" cy="414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22+</a:t>
            </a:r>
            <a:endParaRPr sz="2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2" name="文本框 111"/>
          <p:cNvSpPr txBox="1"/>
          <p:nvPr>
            <p:custDataLst>
              <p:tags r:id="rId54"/>
            </p:custDataLst>
          </p:nvPr>
        </p:nvSpPr>
        <p:spPr>
          <a:xfrm>
            <a:off x="1692894" y="5003144"/>
            <a:ext cx="773482" cy="1769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AI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智能体</a:t>
            </a:r>
            <a:endParaRPr lang="zh-CN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55"/>
            </p:custDataLst>
          </p:nvPr>
        </p:nvSpPr>
        <p:spPr>
          <a:xfrm>
            <a:off x="3447301" y="4366894"/>
            <a:ext cx="2571227" cy="1015680"/>
          </a:xfrm>
          <a:custGeom>
            <a:avLst/>
            <a:gdLst>
              <a:gd name="sw" fmla="*/ 1 w 4215"/>
              <a:gd name="sh" fmla="*/ 1 h 1665"/>
              <a:gd name="mins" fmla="min sw sh"/>
              <a:gd name="dsw" fmla="+- 0 sw mins"/>
              <a:gd name="dsh" fmla="+- 0 sh mins"/>
              <a:gd name="p0x0" fmla="*/ 120 w 4215"/>
              <a:gd name="p0y0" fmla="*/ 0 h 1665"/>
              <a:gd name="p0x1" fmla="*/ 4095 w 4215"/>
              <a:gd name="p0y1" fmla="*/ 0 h 1665"/>
              <a:gd name="p0x2" fmla="*/ 4161 w 4215"/>
              <a:gd name="p0y2" fmla="*/ 0 h 1665"/>
              <a:gd name="p0x3" fmla="*/ 4215 w 4215"/>
              <a:gd name="p0y3" fmla="*/ 53 h 1665"/>
              <a:gd name="p0x4" fmla="*/ 4215 w 4215"/>
              <a:gd name="p0y4" fmla="*/ 120 h 1665"/>
              <a:gd name="p0x5" fmla="*/ 4215 w 4215"/>
              <a:gd name="p0y5" fmla="*/ 1545 h 1665"/>
              <a:gd name="p0x6" fmla="*/ 4215 w 4215"/>
              <a:gd name="p0y6" fmla="*/ 1611 h 1665"/>
              <a:gd name="p0x7" fmla="*/ 4161 w 4215"/>
              <a:gd name="p0y7" fmla="*/ 1665 h 1665"/>
              <a:gd name="p0x8" fmla="*/ 4095 w 4215"/>
              <a:gd name="p0y8" fmla="*/ 1665 h 1665"/>
              <a:gd name="p0x9" fmla="*/ 120 w 4215"/>
              <a:gd name="p0y9" fmla="*/ 1665 h 1665"/>
              <a:gd name="p0x10" fmla="*/ 53 w 4215"/>
              <a:gd name="p0y10" fmla="*/ 1665 h 1665"/>
              <a:gd name="p0x11" fmla="*/ 0 w 4215"/>
              <a:gd name="p0y11" fmla="*/ 1611 h 1665"/>
              <a:gd name="p0x12" fmla="*/ 0 w 4215"/>
              <a:gd name="p0y12" fmla="*/ 1545 h 1665"/>
              <a:gd name="p0x13" fmla="*/ 0 w 4215"/>
              <a:gd name="p0y13" fmla="*/ 120 h 1665"/>
              <a:gd name="p0x14" fmla="*/ 0 w 4215"/>
              <a:gd name="p0y14" fmla="*/ 53 h 1665"/>
              <a:gd name="p0x15" fmla="*/ 53 w 4215"/>
              <a:gd name="p0y15" fmla="*/ 0 h 1665"/>
              <a:gd name="p0x16" fmla="*/ 120 w 4215"/>
              <a:gd name="p0y16" fmla="*/ 0 h 1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3" name="文本框 112"/>
          <p:cNvSpPr txBox="1"/>
          <p:nvPr>
            <p:custDataLst>
              <p:tags r:id="rId56"/>
            </p:custDataLst>
          </p:nvPr>
        </p:nvSpPr>
        <p:spPr>
          <a:xfrm>
            <a:off x="4527622" y="4532819"/>
            <a:ext cx="740531" cy="414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14</a:t>
            </a:r>
            <a:endParaRPr sz="2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4" name="文本框 113"/>
          <p:cNvSpPr txBox="1"/>
          <p:nvPr>
            <p:custDataLst>
              <p:tags r:id="rId57"/>
            </p:custDataLst>
          </p:nvPr>
        </p:nvSpPr>
        <p:spPr>
          <a:xfrm>
            <a:off x="4440337" y="5003144"/>
            <a:ext cx="732095" cy="1769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课程章节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2" name="任意多边形 81"/>
          <p:cNvSpPr/>
          <p:nvPr>
            <p:custDataLst>
              <p:tags r:id="rId58"/>
            </p:custDataLst>
          </p:nvPr>
        </p:nvSpPr>
        <p:spPr>
          <a:xfrm>
            <a:off x="6174082" y="4366894"/>
            <a:ext cx="2571227" cy="1015680"/>
          </a:xfrm>
          <a:custGeom>
            <a:avLst/>
            <a:gdLst>
              <a:gd name="sw" fmla="*/ 1 w 4215"/>
              <a:gd name="sh" fmla="*/ 1 h 1665"/>
              <a:gd name="mins" fmla="min sw sh"/>
              <a:gd name="dsw" fmla="+- 0 sw mins"/>
              <a:gd name="dsh" fmla="+- 0 sh mins"/>
              <a:gd name="p0x0" fmla="*/ 120 w 4215"/>
              <a:gd name="p0y0" fmla="*/ 0 h 1665"/>
              <a:gd name="p0x1" fmla="*/ 4095 w 4215"/>
              <a:gd name="p0y1" fmla="*/ 0 h 1665"/>
              <a:gd name="p0x2" fmla="*/ 4161 w 4215"/>
              <a:gd name="p0y2" fmla="*/ 0 h 1665"/>
              <a:gd name="p0x3" fmla="*/ 4215 w 4215"/>
              <a:gd name="p0y3" fmla="*/ 53 h 1665"/>
              <a:gd name="p0x4" fmla="*/ 4215 w 4215"/>
              <a:gd name="p0y4" fmla="*/ 120 h 1665"/>
              <a:gd name="p0x5" fmla="*/ 4215 w 4215"/>
              <a:gd name="p0y5" fmla="*/ 1545 h 1665"/>
              <a:gd name="p0x6" fmla="*/ 4215 w 4215"/>
              <a:gd name="p0y6" fmla="*/ 1611 h 1665"/>
              <a:gd name="p0x7" fmla="*/ 4161 w 4215"/>
              <a:gd name="p0y7" fmla="*/ 1665 h 1665"/>
              <a:gd name="p0x8" fmla="*/ 4095 w 4215"/>
              <a:gd name="p0y8" fmla="*/ 1665 h 1665"/>
              <a:gd name="p0x9" fmla="*/ 120 w 4215"/>
              <a:gd name="p0y9" fmla="*/ 1665 h 1665"/>
              <a:gd name="p0x10" fmla="*/ 53 w 4215"/>
              <a:gd name="p0y10" fmla="*/ 1665 h 1665"/>
              <a:gd name="p0x11" fmla="*/ 0 w 4215"/>
              <a:gd name="p0y11" fmla="*/ 1611 h 1665"/>
              <a:gd name="p0x12" fmla="*/ 0 w 4215"/>
              <a:gd name="p0y12" fmla="*/ 1545 h 1665"/>
              <a:gd name="p0x13" fmla="*/ 0 w 4215"/>
              <a:gd name="p0y13" fmla="*/ 120 h 1665"/>
              <a:gd name="p0x14" fmla="*/ 0 w 4215"/>
              <a:gd name="p0y14" fmla="*/ 53 h 1665"/>
              <a:gd name="p0x15" fmla="*/ 53 w 4215"/>
              <a:gd name="p0y15" fmla="*/ 0 h 1665"/>
              <a:gd name="p0x16" fmla="*/ 120 w 4215"/>
              <a:gd name="p0y16" fmla="*/ 0 h 1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59"/>
            </p:custDataLst>
          </p:nvPr>
        </p:nvSpPr>
        <p:spPr>
          <a:xfrm>
            <a:off x="7048879" y="4532819"/>
            <a:ext cx="1151644" cy="414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120+</a:t>
            </a:r>
            <a:endParaRPr sz="2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6" name="文本框 115"/>
          <p:cNvSpPr txBox="1"/>
          <p:nvPr>
            <p:custDataLst>
              <p:tags r:id="rId60"/>
            </p:custDataLst>
          </p:nvPr>
        </p:nvSpPr>
        <p:spPr>
          <a:xfrm>
            <a:off x="7167119" y="5003144"/>
            <a:ext cx="732095" cy="1769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算法题目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3" name="任意多边形 82"/>
          <p:cNvSpPr/>
          <p:nvPr>
            <p:custDataLst>
              <p:tags r:id="rId61"/>
            </p:custDataLst>
          </p:nvPr>
        </p:nvSpPr>
        <p:spPr>
          <a:xfrm>
            <a:off x="8900864" y="4366894"/>
            <a:ext cx="2571227" cy="1015680"/>
          </a:xfrm>
          <a:custGeom>
            <a:avLst/>
            <a:gdLst>
              <a:gd name="sw" fmla="*/ 1 w 4215"/>
              <a:gd name="sh" fmla="*/ 1 h 1665"/>
              <a:gd name="mins" fmla="min sw sh"/>
              <a:gd name="dsw" fmla="+- 0 sw mins"/>
              <a:gd name="dsh" fmla="+- 0 sh mins"/>
              <a:gd name="p0x0" fmla="*/ 120 w 4215"/>
              <a:gd name="p0y0" fmla="*/ 0 h 1665"/>
              <a:gd name="p0x1" fmla="*/ 4095 w 4215"/>
              <a:gd name="p0y1" fmla="*/ 0 h 1665"/>
              <a:gd name="p0x2" fmla="*/ 4161 w 4215"/>
              <a:gd name="p0y2" fmla="*/ 0 h 1665"/>
              <a:gd name="p0x3" fmla="*/ 4215 w 4215"/>
              <a:gd name="p0y3" fmla="*/ 53 h 1665"/>
              <a:gd name="p0x4" fmla="*/ 4215 w 4215"/>
              <a:gd name="p0y4" fmla="*/ 120 h 1665"/>
              <a:gd name="p0x5" fmla="*/ 4215 w 4215"/>
              <a:gd name="p0y5" fmla="*/ 1545 h 1665"/>
              <a:gd name="p0x6" fmla="*/ 4215 w 4215"/>
              <a:gd name="p0y6" fmla="*/ 1611 h 1665"/>
              <a:gd name="p0x7" fmla="*/ 4161 w 4215"/>
              <a:gd name="p0y7" fmla="*/ 1665 h 1665"/>
              <a:gd name="p0x8" fmla="*/ 4095 w 4215"/>
              <a:gd name="p0y8" fmla="*/ 1665 h 1665"/>
              <a:gd name="p0x9" fmla="*/ 120 w 4215"/>
              <a:gd name="p0y9" fmla="*/ 1665 h 1665"/>
              <a:gd name="p0x10" fmla="*/ 53 w 4215"/>
              <a:gd name="p0y10" fmla="*/ 1665 h 1665"/>
              <a:gd name="p0x11" fmla="*/ 0 w 4215"/>
              <a:gd name="p0y11" fmla="*/ 1611 h 1665"/>
              <a:gd name="p0x12" fmla="*/ 0 w 4215"/>
              <a:gd name="p0y12" fmla="*/ 1545 h 1665"/>
              <a:gd name="p0x13" fmla="*/ 0 w 4215"/>
              <a:gd name="p0y13" fmla="*/ 120 h 1665"/>
              <a:gd name="p0x14" fmla="*/ 0 w 4215"/>
              <a:gd name="p0y14" fmla="*/ 53 h 1665"/>
              <a:gd name="p0x15" fmla="*/ 53 w 4215"/>
              <a:gd name="p0y15" fmla="*/ 0 h 1665"/>
              <a:gd name="p0x16" fmla="*/ 120 w 4215"/>
              <a:gd name="p0y16" fmla="*/ 0 h 1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7" name="文本框 116"/>
          <p:cNvSpPr txBox="1"/>
          <p:nvPr>
            <p:custDataLst>
              <p:tags r:id="rId62"/>
            </p:custDataLst>
          </p:nvPr>
        </p:nvSpPr>
        <p:spPr>
          <a:xfrm>
            <a:off x="9981185" y="4532819"/>
            <a:ext cx="740531" cy="414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13</a:t>
            </a:r>
            <a:endParaRPr sz="2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8" name="文本框 117"/>
          <p:cNvSpPr txBox="1"/>
          <p:nvPr>
            <p:custDataLst>
              <p:tags r:id="rId63"/>
            </p:custDataLst>
          </p:nvPr>
        </p:nvSpPr>
        <p:spPr>
          <a:xfrm>
            <a:off x="9893901" y="5003144"/>
            <a:ext cx="732095" cy="1769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互动游戏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4" name="任意多边形 83"/>
          <p:cNvSpPr/>
          <p:nvPr>
            <p:custDataLst>
              <p:tags r:id="rId64"/>
            </p:custDataLst>
          </p:nvPr>
        </p:nvSpPr>
        <p:spPr>
          <a:xfrm>
            <a:off x="720519" y="5538130"/>
            <a:ext cx="2571227" cy="1015680"/>
          </a:xfrm>
          <a:custGeom>
            <a:avLst/>
            <a:gdLst>
              <a:gd name="sw" fmla="*/ 1 w 4215"/>
              <a:gd name="sh" fmla="*/ 1 h 1665"/>
              <a:gd name="mins" fmla="min sw sh"/>
              <a:gd name="dsw" fmla="+- 0 sw mins"/>
              <a:gd name="dsh" fmla="+- 0 sh mins"/>
              <a:gd name="p0x0" fmla="*/ 120 w 4215"/>
              <a:gd name="p0y0" fmla="*/ 0 h 1665"/>
              <a:gd name="p0x1" fmla="*/ 4095 w 4215"/>
              <a:gd name="p0y1" fmla="*/ 0 h 1665"/>
              <a:gd name="p0x2" fmla="*/ 4161 w 4215"/>
              <a:gd name="p0y2" fmla="*/ 0 h 1665"/>
              <a:gd name="p0x3" fmla="*/ 4215 w 4215"/>
              <a:gd name="p0y3" fmla="*/ 53 h 1665"/>
              <a:gd name="p0x4" fmla="*/ 4215 w 4215"/>
              <a:gd name="p0y4" fmla="*/ 120 h 1665"/>
              <a:gd name="p0x5" fmla="*/ 4215 w 4215"/>
              <a:gd name="p0y5" fmla="*/ 1545 h 1665"/>
              <a:gd name="p0x6" fmla="*/ 4215 w 4215"/>
              <a:gd name="p0y6" fmla="*/ 1611 h 1665"/>
              <a:gd name="p0x7" fmla="*/ 4161 w 4215"/>
              <a:gd name="p0y7" fmla="*/ 1665 h 1665"/>
              <a:gd name="p0x8" fmla="*/ 4095 w 4215"/>
              <a:gd name="p0y8" fmla="*/ 1665 h 1665"/>
              <a:gd name="p0x9" fmla="*/ 120 w 4215"/>
              <a:gd name="p0y9" fmla="*/ 1665 h 1665"/>
              <a:gd name="p0x10" fmla="*/ 53 w 4215"/>
              <a:gd name="p0y10" fmla="*/ 1665 h 1665"/>
              <a:gd name="p0x11" fmla="*/ 0 w 4215"/>
              <a:gd name="p0y11" fmla="*/ 1611 h 1665"/>
              <a:gd name="p0x12" fmla="*/ 0 w 4215"/>
              <a:gd name="p0y12" fmla="*/ 1545 h 1665"/>
              <a:gd name="p0x13" fmla="*/ 0 w 4215"/>
              <a:gd name="p0y13" fmla="*/ 120 h 1665"/>
              <a:gd name="p0x14" fmla="*/ 0 w 4215"/>
              <a:gd name="p0y14" fmla="*/ 53 h 1665"/>
              <a:gd name="p0x15" fmla="*/ 53 w 4215"/>
              <a:gd name="p0y15" fmla="*/ 0 h 1665"/>
              <a:gd name="p0x16" fmla="*/ 120 w 4215"/>
              <a:gd name="p0y16" fmla="*/ 0 h 1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9" name="文本框 118"/>
          <p:cNvSpPr txBox="1"/>
          <p:nvPr>
            <p:custDataLst>
              <p:tags r:id="rId65"/>
            </p:custDataLst>
          </p:nvPr>
        </p:nvSpPr>
        <p:spPr>
          <a:xfrm>
            <a:off x="1903643" y="5704055"/>
            <a:ext cx="535007" cy="414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8</a:t>
            </a:r>
            <a:endParaRPr sz="2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5" name="任意多边形 84"/>
          <p:cNvSpPr/>
          <p:nvPr>
            <p:custDataLst>
              <p:tags r:id="rId66"/>
            </p:custDataLst>
          </p:nvPr>
        </p:nvSpPr>
        <p:spPr>
          <a:xfrm>
            <a:off x="3447301" y="5538130"/>
            <a:ext cx="2571227" cy="1015680"/>
          </a:xfrm>
          <a:custGeom>
            <a:avLst/>
            <a:gdLst>
              <a:gd name="sw" fmla="*/ 1 w 4215"/>
              <a:gd name="sh" fmla="*/ 1 h 1665"/>
              <a:gd name="mins" fmla="min sw sh"/>
              <a:gd name="dsw" fmla="+- 0 sw mins"/>
              <a:gd name="dsh" fmla="+- 0 sh mins"/>
              <a:gd name="p0x0" fmla="*/ 120 w 4215"/>
              <a:gd name="p0y0" fmla="*/ 0 h 1665"/>
              <a:gd name="p0x1" fmla="*/ 4095 w 4215"/>
              <a:gd name="p0y1" fmla="*/ 0 h 1665"/>
              <a:gd name="p0x2" fmla="*/ 4161 w 4215"/>
              <a:gd name="p0y2" fmla="*/ 0 h 1665"/>
              <a:gd name="p0x3" fmla="*/ 4215 w 4215"/>
              <a:gd name="p0y3" fmla="*/ 53 h 1665"/>
              <a:gd name="p0x4" fmla="*/ 4215 w 4215"/>
              <a:gd name="p0y4" fmla="*/ 120 h 1665"/>
              <a:gd name="p0x5" fmla="*/ 4215 w 4215"/>
              <a:gd name="p0y5" fmla="*/ 1545 h 1665"/>
              <a:gd name="p0x6" fmla="*/ 4215 w 4215"/>
              <a:gd name="p0y6" fmla="*/ 1611 h 1665"/>
              <a:gd name="p0x7" fmla="*/ 4161 w 4215"/>
              <a:gd name="p0y7" fmla="*/ 1665 h 1665"/>
              <a:gd name="p0x8" fmla="*/ 4095 w 4215"/>
              <a:gd name="p0y8" fmla="*/ 1665 h 1665"/>
              <a:gd name="p0x9" fmla="*/ 120 w 4215"/>
              <a:gd name="p0y9" fmla="*/ 1665 h 1665"/>
              <a:gd name="p0x10" fmla="*/ 53 w 4215"/>
              <a:gd name="p0y10" fmla="*/ 1665 h 1665"/>
              <a:gd name="p0x11" fmla="*/ 0 w 4215"/>
              <a:gd name="p0y11" fmla="*/ 1611 h 1665"/>
              <a:gd name="p0x12" fmla="*/ 0 w 4215"/>
              <a:gd name="p0y12" fmla="*/ 1545 h 1665"/>
              <a:gd name="p0x13" fmla="*/ 0 w 4215"/>
              <a:gd name="p0y13" fmla="*/ 120 h 1665"/>
              <a:gd name="p0x14" fmla="*/ 0 w 4215"/>
              <a:gd name="p0y14" fmla="*/ 53 h 1665"/>
              <a:gd name="p0x15" fmla="*/ 53 w 4215"/>
              <a:gd name="p0y15" fmla="*/ 0 h 1665"/>
              <a:gd name="p0x16" fmla="*/ 120 w 4215"/>
              <a:gd name="p0y16" fmla="*/ 0 h 1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67"/>
            </p:custDataLst>
          </p:nvPr>
        </p:nvSpPr>
        <p:spPr>
          <a:xfrm>
            <a:off x="4630425" y="5704055"/>
            <a:ext cx="535007" cy="414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6</a:t>
            </a:r>
            <a:endParaRPr sz="2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68"/>
            </p:custDataLst>
          </p:nvPr>
        </p:nvSpPr>
        <p:spPr>
          <a:xfrm>
            <a:off x="6174082" y="5538130"/>
            <a:ext cx="2571227" cy="1015680"/>
          </a:xfrm>
          <a:custGeom>
            <a:avLst/>
            <a:gdLst>
              <a:gd name="sw" fmla="*/ 1 w 4215"/>
              <a:gd name="sh" fmla="*/ 1 h 1665"/>
              <a:gd name="mins" fmla="min sw sh"/>
              <a:gd name="dsw" fmla="+- 0 sw mins"/>
              <a:gd name="dsh" fmla="+- 0 sh mins"/>
              <a:gd name="p0x0" fmla="*/ 120 w 4215"/>
              <a:gd name="p0y0" fmla="*/ 0 h 1665"/>
              <a:gd name="p0x1" fmla="*/ 4095 w 4215"/>
              <a:gd name="p0y1" fmla="*/ 0 h 1665"/>
              <a:gd name="p0x2" fmla="*/ 4161 w 4215"/>
              <a:gd name="p0y2" fmla="*/ 0 h 1665"/>
              <a:gd name="p0x3" fmla="*/ 4215 w 4215"/>
              <a:gd name="p0y3" fmla="*/ 53 h 1665"/>
              <a:gd name="p0x4" fmla="*/ 4215 w 4215"/>
              <a:gd name="p0y4" fmla="*/ 120 h 1665"/>
              <a:gd name="p0x5" fmla="*/ 4215 w 4215"/>
              <a:gd name="p0y5" fmla="*/ 1545 h 1665"/>
              <a:gd name="p0x6" fmla="*/ 4215 w 4215"/>
              <a:gd name="p0y6" fmla="*/ 1611 h 1665"/>
              <a:gd name="p0x7" fmla="*/ 4161 w 4215"/>
              <a:gd name="p0y7" fmla="*/ 1665 h 1665"/>
              <a:gd name="p0x8" fmla="*/ 4095 w 4215"/>
              <a:gd name="p0y8" fmla="*/ 1665 h 1665"/>
              <a:gd name="p0x9" fmla="*/ 120 w 4215"/>
              <a:gd name="p0y9" fmla="*/ 1665 h 1665"/>
              <a:gd name="p0x10" fmla="*/ 53 w 4215"/>
              <a:gd name="p0y10" fmla="*/ 1665 h 1665"/>
              <a:gd name="p0x11" fmla="*/ 0 w 4215"/>
              <a:gd name="p0y11" fmla="*/ 1611 h 1665"/>
              <a:gd name="p0x12" fmla="*/ 0 w 4215"/>
              <a:gd name="p0y12" fmla="*/ 1545 h 1665"/>
              <a:gd name="p0x13" fmla="*/ 0 w 4215"/>
              <a:gd name="p0y13" fmla="*/ 120 h 1665"/>
              <a:gd name="p0x14" fmla="*/ 0 w 4215"/>
              <a:gd name="p0y14" fmla="*/ 53 h 1665"/>
              <a:gd name="p0x15" fmla="*/ 53 w 4215"/>
              <a:gd name="p0y15" fmla="*/ 0 h 1665"/>
              <a:gd name="p0x16" fmla="*/ 120 w 4215"/>
              <a:gd name="p0y16" fmla="*/ 0 h 1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1" name="文本框 120"/>
          <p:cNvSpPr txBox="1"/>
          <p:nvPr>
            <p:custDataLst>
              <p:tags r:id="rId69"/>
            </p:custDataLst>
          </p:nvPr>
        </p:nvSpPr>
        <p:spPr>
          <a:xfrm>
            <a:off x="7254404" y="5704055"/>
            <a:ext cx="740531" cy="414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14</a:t>
            </a:r>
            <a:endParaRPr sz="2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7" name="任意多边形 86"/>
          <p:cNvSpPr/>
          <p:nvPr>
            <p:custDataLst>
              <p:tags r:id="rId70"/>
            </p:custDataLst>
          </p:nvPr>
        </p:nvSpPr>
        <p:spPr>
          <a:xfrm>
            <a:off x="8900864" y="5538130"/>
            <a:ext cx="2571227" cy="1015680"/>
          </a:xfrm>
          <a:custGeom>
            <a:avLst/>
            <a:gdLst>
              <a:gd name="sw" fmla="*/ 1 w 4215"/>
              <a:gd name="sh" fmla="*/ 1 h 1665"/>
              <a:gd name="mins" fmla="min sw sh"/>
              <a:gd name="dsw" fmla="+- 0 sw mins"/>
              <a:gd name="dsh" fmla="+- 0 sh mins"/>
              <a:gd name="p0x0" fmla="*/ 120 w 4215"/>
              <a:gd name="p0y0" fmla="*/ 0 h 1665"/>
              <a:gd name="p0x1" fmla="*/ 4095 w 4215"/>
              <a:gd name="p0y1" fmla="*/ 0 h 1665"/>
              <a:gd name="p0x2" fmla="*/ 4161 w 4215"/>
              <a:gd name="p0y2" fmla="*/ 0 h 1665"/>
              <a:gd name="p0x3" fmla="*/ 4215 w 4215"/>
              <a:gd name="p0y3" fmla="*/ 53 h 1665"/>
              <a:gd name="p0x4" fmla="*/ 4215 w 4215"/>
              <a:gd name="p0y4" fmla="*/ 120 h 1665"/>
              <a:gd name="p0x5" fmla="*/ 4215 w 4215"/>
              <a:gd name="p0y5" fmla="*/ 1545 h 1665"/>
              <a:gd name="p0x6" fmla="*/ 4215 w 4215"/>
              <a:gd name="p0y6" fmla="*/ 1611 h 1665"/>
              <a:gd name="p0x7" fmla="*/ 4161 w 4215"/>
              <a:gd name="p0y7" fmla="*/ 1665 h 1665"/>
              <a:gd name="p0x8" fmla="*/ 4095 w 4215"/>
              <a:gd name="p0y8" fmla="*/ 1665 h 1665"/>
              <a:gd name="p0x9" fmla="*/ 120 w 4215"/>
              <a:gd name="p0y9" fmla="*/ 1665 h 1665"/>
              <a:gd name="p0x10" fmla="*/ 53 w 4215"/>
              <a:gd name="p0y10" fmla="*/ 1665 h 1665"/>
              <a:gd name="p0x11" fmla="*/ 0 w 4215"/>
              <a:gd name="p0y11" fmla="*/ 1611 h 1665"/>
              <a:gd name="p0x12" fmla="*/ 0 w 4215"/>
              <a:gd name="p0y12" fmla="*/ 1545 h 1665"/>
              <a:gd name="p0x13" fmla="*/ 0 w 4215"/>
              <a:gd name="p0y13" fmla="*/ 120 h 1665"/>
              <a:gd name="p0x14" fmla="*/ 0 w 4215"/>
              <a:gd name="p0y14" fmla="*/ 53 h 1665"/>
              <a:gd name="p0x15" fmla="*/ 53 w 4215"/>
              <a:gd name="p0y15" fmla="*/ 0 h 1665"/>
              <a:gd name="p0x16" fmla="*/ 120 w 4215"/>
              <a:gd name="p0y16" fmla="*/ 0 h 1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71"/>
            </p:custDataLst>
          </p:nvPr>
        </p:nvSpPr>
        <p:spPr>
          <a:xfrm>
            <a:off x="9878391" y="5704055"/>
            <a:ext cx="946120" cy="414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30+</a:t>
            </a:r>
            <a:endParaRPr sz="2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</p:spTree>
    <p:custDataLst>
      <p:tags r:id="rId7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</a:rPr>
              <a:t>智能体应用价值</a:t>
            </a:r>
            <a:endParaRPr lang="zh-CN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457200" y="1701165"/>
            <a:ext cx="11277600" cy="4370070"/>
          </a:xfrm>
          <a:prstGeom prst="rect">
            <a:avLst/>
          </a:prstGeom>
          <a:solidFill>
            <a:schemeClr val="dk2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  <a:sym typeface="+mn-ea"/>
            </a:endParaRPr>
          </a:p>
        </p:txBody>
      </p:sp>
      <p:sp>
        <p:nvSpPr>
          <p:cNvPr id="11" name="Title 6"/>
          <p:cNvSpPr txBox="1"/>
          <p:nvPr>
            <p:custDataLst>
              <p:tags r:id="rId6"/>
            </p:custDataLst>
          </p:nvPr>
        </p:nvSpPr>
        <p:spPr>
          <a:xfrm>
            <a:off x="1585071" y="1837436"/>
            <a:ext cx="9021857" cy="409752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lnSpcReduction="1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地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3" name="图片 15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22+ 智能体 · 6 大层级架构</a:t>
            </a:r>
            <a:endParaRPr lang="en-US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sp>
        <p:nvSpPr>
          <p:cNvPr id="119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>
                <a:solidFill>
                  <a:schemeClr val="l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Profiling · 画像构建</a:t>
            </a:r>
            <a:endParaRPr lang="en-US" sz="2000">
              <a:solidFill>
                <a:schemeClr val="l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sp>
        <p:nvSpPr>
          <p:cNvPr id="84" name="任意多边形 83"/>
          <p:cNvSpPr/>
          <p:nvPr>
            <p:custDataLst>
              <p:tags r:id="rId6"/>
            </p:custDataLst>
          </p:nvPr>
        </p:nvSpPr>
        <p:spPr>
          <a:xfrm>
            <a:off x="1160142" y="1676400"/>
            <a:ext cx="1919942" cy="749010"/>
          </a:xfrm>
          <a:custGeom>
            <a:avLst/>
            <a:gdLst>
              <a:gd name="sw" fmla="*/ 1 w 3380"/>
              <a:gd name="sh" fmla="*/ 1 h 1319"/>
              <a:gd name="mins" fmla="min sw sh"/>
              <a:gd name="dsw" fmla="+- 0 sw mins"/>
              <a:gd name="dsh" fmla="+- 0 sh mins"/>
              <a:gd name="p0x0" fmla="*/ 120 w 3380"/>
              <a:gd name="p0y0" fmla="*/ 0 h 1319"/>
              <a:gd name="p0x1" fmla="*/ 3260 w 3380"/>
              <a:gd name="p0y1" fmla="*/ 0 h 1319"/>
              <a:gd name="p0x2" fmla="*/ 3327 w 3380"/>
              <a:gd name="p0y2" fmla="*/ 0 h 1319"/>
              <a:gd name="p0x3" fmla="*/ 3380 w 3380"/>
              <a:gd name="p0y3" fmla="*/ 53 h 1319"/>
              <a:gd name="p0x4" fmla="*/ 3380 w 3380"/>
              <a:gd name="p0y4" fmla="*/ 120 h 1319"/>
              <a:gd name="p0x5" fmla="*/ 3380 w 3380"/>
              <a:gd name="p0y5" fmla="*/ 1199 h 1319"/>
              <a:gd name="p0x6" fmla="*/ 3380 w 3380"/>
              <a:gd name="p0y6" fmla="*/ 1265 h 1319"/>
              <a:gd name="p0x7" fmla="*/ 3327 w 3380"/>
              <a:gd name="p0y7" fmla="*/ 1319 h 1319"/>
              <a:gd name="p0x8" fmla="*/ 3260 w 3380"/>
              <a:gd name="p0y8" fmla="*/ 1319 h 1319"/>
              <a:gd name="p0x9" fmla="*/ 120 w 3380"/>
              <a:gd name="p0y9" fmla="*/ 1319 h 1319"/>
              <a:gd name="p0x10" fmla="*/ 53 w 3380"/>
              <a:gd name="p0y10" fmla="*/ 1319 h 1319"/>
              <a:gd name="p0x11" fmla="*/ 0 w 3380"/>
              <a:gd name="p0y11" fmla="*/ 1265 h 1319"/>
              <a:gd name="p0x12" fmla="*/ 0 w 3380"/>
              <a:gd name="p0y12" fmla="*/ 1199 h 1319"/>
              <a:gd name="p0x13" fmla="*/ 0 w 3380"/>
              <a:gd name="p0y13" fmla="*/ 120 h 1319"/>
              <a:gd name="p0x14" fmla="*/ 0 w 3380"/>
              <a:gd name="p0y14" fmla="*/ 53 h 1319"/>
              <a:gd name="p0x15" fmla="*/ 53 w 3380"/>
              <a:gd name="p0y15" fmla="*/ 0 h 1319"/>
              <a:gd name="p0x16" fmla="*/ 120 w 3380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7"/>
            </p:custDataLst>
          </p:nvPr>
        </p:nvSpPr>
        <p:spPr>
          <a:xfrm>
            <a:off x="1633171" y="1972401"/>
            <a:ext cx="578419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/>
            <a:r>
              <a:rPr sz="10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Profiling</a:t>
            </a:r>
            <a:endParaRPr sz="10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5" name="任意多边形 84"/>
          <p:cNvSpPr/>
          <p:nvPr>
            <p:custDataLst>
              <p:tags r:id="rId8"/>
            </p:custDataLst>
          </p:nvPr>
        </p:nvSpPr>
        <p:spPr>
          <a:xfrm>
            <a:off x="1160142" y="2502072"/>
            <a:ext cx="1919942" cy="749010"/>
          </a:xfrm>
          <a:custGeom>
            <a:avLst/>
            <a:gdLst>
              <a:gd name="sw" fmla="*/ 1 w 3380"/>
              <a:gd name="sh" fmla="*/ 1 h 1319"/>
              <a:gd name="mins" fmla="min sw sh"/>
              <a:gd name="dsw" fmla="+- 0 sw mins"/>
              <a:gd name="dsh" fmla="+- 0 sh mins"/>
              <a:gd name="p0x0" fmla="*/ 120 w 3380"/>
              <a:gd name="p0y0" fmla="*/ 0 h 1319"/>
              <a:gd name="p0x1" fmla="*/ 3260 w 3380"/>
              <a:gd name="p0y1" fmla="*/ 0 h 1319"/>
              <a:gd name="p0x2" fmla="*/ 3327 w 3380"/>
              <a:gd name="p0y2" fmla="*/ 0 h 1319"/>
              <a:gd name="p0x3" fmla="*/ 3380 w 3380"/>
              <a:gd name="p0y3" fmla="*/ 53 h 1319"/>
              <a:gd name="p0x4" fmla="*/ 3380 w 3380"/>
              <a:gd name="p0y4" fmla="*/ 120 h 1319"/>
              <a:gd name="p0x5" fmla="*/ 3380 w 3380"/>
              <a:gd name="p0y5" fmla="*/ 1199 h 1319"/>
              <a:gd name="p0x6" fmla="*/ 3380 w 3380"/>
              <a:gd name="p0y6" fmla="*/ 1265 h 1319"/>
              <a:gd name="p0x7" fmla="*/ 3327 w 3380"/>
              <a:gd name="p0y7" fmla="*/ 1319 h 1319"/>
              <a:gd name="p0x8" fmla="*/ 3260 w 3380"/>
              <a:gd name="p0y8" fmla="*/ 1319 h 1319"/>
              <a:gd name="p0x9" fmla="*/ 120 w 3380"/>
              <a:gd name="p0y9" fmla="*/ 1319 h 1319"/>
              <a:gd name="p0x10" fmla="*/ 53 w 3380"/>
              <a:gd name="p0y10" fmla="*/ 1319 h 1319"/>
              <a:gd name="p0x11" fmla="*/ 0 w 3380"/>
              <a:gd name="p0y11" fmla="*/ 1265 h 1319"/>
              <a:gd name="p0x12" fmla="*/ 0 w 3380"/>
              <a:gd name="p0y12" fmla="*/ 1199 h 1319"/>
              <a:gd name="p0x13" fmla="*/ 0 w 3380"/>
              <a:gd name="p0y13" fmla="*/ 120 h 1319"/>
              <a:gd name="p0x14" fmla="*/ 0 w 3380"/>
              <a:gd name="p0y14" fmla="*/ 53 h 1319"/>
              <a:gd name="p0x15" fmla="*/ 53 w 3380"/>
              <a:gd name="p0y15" fmla="*/ 0 h 1319"/>
              <a:gd name="p0x16" fmla="*/ 120 w 3380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1" name="文本框 120"/>
          <p:cNvSpPr txBox="1"/>
          <p:nvPr>
            <p:custDataLst>
              <p:tags r:id="rId9"/>
            </p:custDataLst>
          </p:nvPr>
        </p:nvSpPr>
        <p:spPr>
          <a:xfrm>
            <a:off x="1633171" y="2798112"/>
            <a:ext cx="655685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/>
            <a:r>
              <a:rPr sz="10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Resource</a:t>
            </a:r>
            <a:endParaRPr sz="10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10"/>
            </p:custDataLst>
          </p:nvPr>
        </p:nvSpPr>
        <p:spPr>
          <a:xfrm>
            <a:off x="1160142" y="3327743"/>
            <a:ext cx="1919942" cy="749010"/>
          </a:xfrm>
          <a:custGeom>
            <a:avLst/>
            <a:gdLst>
              <a:gd name="sw" fmla="*/ 1 w 3380"/>
              <a:gd name="sh" fmla="*/ 1 h 1319"/>
              <a:gd name="mins" fmla="min sw sh"/>
              <a:gd name="dsw" fmla="+- 0 sw mins"/>
              <a:gd name="dsh" fmla="+- 0 sh mins"/>
              <a:gd name="p0x0" fmla="*/ 120 w 3380"/>
              <a:gd name="p0y0" fmla="*/ 0 h 1319"/>
              <a:gd name="p0x1" fmla="*/ 3260 w 3380"/>
              <a:gd name="p0y1" fmla="*/ 0 h 1319"/>
              <a:gd name="p0x2" fmla="*/ 3327 w 3380"/>
              <a:gd name="p0y2" fmla="*/ 0 h 1319"/>
              <a:gd name="p0x3" fmla="*/ 3380 w 3380"/>
              <a:gd name="p0y3" fmla="*/ 53 h 1319"/>
              <a:gd name="p0x4" fmla="*/ 3380 w 3380"/>
              <a:gd name="p0y4" fmla="*/ 120 h 1319"/>
              <a:gd name="p0x5" fmla="*/ 3380 w 3380"/>
              <a:gd name="p0y5" fmla="*/ 1199 h 1319"/>
              <a:gd name="p0x6" fmla="*/ 3380 w 3380"/>
              <a:gd name="p0y6" fmla="*/ 1265 h 1319"/>
              <a:gd name="p0x7" fmla="*/ 3327 w 3380"/>
              <a:gd name="p0y7" fmla="*/ 1319 h 1319"/>
              <a:gd name="p0x8" fmla="*/ 3260 w 3380"/>
              <a:gd name="p0y8" fmla="*/ 1319 h 1319"/>
              <a:gd name="p0x9" fmla="*/ 120 w 3380"/>
              <a:gd name="p0y9" fmla="*/ 1319 h 1319"/>
              <a:gd name="p0x10" fmla="*/ 53 w 3380"/>
              <a:gd name="p0y10" fmla="*/ 1319 h 1319"/>
              <a:gd name="p0x11" fmla="*/ 0 w 3380"/>
              <a:gd name="p0y11" fmla="*/ 1265 h 1319"/>
              <a:gd name="p0x12" fmla="*/ 0 w 3380"/>
              <a:gd name="p0y12" fmla="*/ 1199 h 1319"/>
              <a:gd name="p0x13" fmla="*/ 0 w 3380"/>
              <a:gd name="p0y13" fmla="*/ 120 h 1319"/>
              <a:gd name="p0x14" fmla="*/ 0 w 3380"/>
              <a:gd name="p0y14" fmla="*/ 53 h 1319"/>
              <a:gd name="p0x15" fmla="*/ 53 w 3380"/>
              <a:gd name="p0y15" fmla="*/ 0 h 1319"/>
              <a:gd name="p0x16" fmla="*/ 120 w 3380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11"/>
            </p:custDataLst>
          </p:nvPr>
        </p:nvSpPr>
        <p:spPr>
          <a:xfrm>
            <a:off x="1633171" y="3623815"/>
            <a:ext cx="376722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/>
            <a:r>
              <a:rPr sz="10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Path</a:t>
            </a:r>
            <a:endParaRPr sz="10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7" name="任意多边形 86"/>
          <p:cNvSpPr/>
          <p:nvPr>
            <p:custDataLst>
              <p:tags r:id="rId12"/>
            </p:custDataLst>
          </p:nvPr>
        </p:nvSpPr>
        <p:spPr>
          <a:xfrm>
            <a:off x="1160142" y="4153415"/>
            <a:ext cx="1919942" cy="749010"/>
          </a:xfrm>
          <a:custGeom>
            <a:avLst/>
            <a:gdLst>
              <a:gd name="sw" fmla="*/ 1 w 3380"/>
              <a:gd name="sh" fmla="*/ 1 h 1319"/>
              <a:gd name="mins" fmla="min sw sh"/>
              <a:gd name="dsw" fmla="+- 0 sw mins"/>
              <a:gd name="dsh" fmla="+- 0 sh mins"/>
              <a:gd name="p0x0" fmla="*/ 120 w 3380"/>
              <a:gd name="p0y0" fmla="*/ 0 h 1319"/>
              <a:gd name="p0x1" fmla="*/ 3260 w 3380"/>
              <a:gd name="p0y1" fmla="*/ 0 h 1319"/>
              <a:gd name="p0x2" fmla="*/ 3327 w 3380"/>
              <a:gd name="p0y2" fmla="*/ 0 h 1319"/>
              <a:gd name="p0x3" fmla="*/ 3380 w 3380"/>
              <a:gd name="p0y3" fmla="*/ 53 h 1319"/>
              <a:gd name="p0x4" fmla="*/ 3380 w 3380"/>
              <a:gd name="p0y4" fmla="*/ 120 h 1319"/>
              <a:gd name="p0x5" fmla="*/ 3380 w 3380"/>
              <a:gd name="p0y5" fmla="*/ 1199 h 1319"/>
              <a:gd name="p0x6" fmla="*/ 3380 w 3380"/>
              <a:gd name="p0y6" fmla="*/ 1265 h 1319"/>
              <a:gd name="p0x7" fmla="*/ 3327 w 3380"/>
              <a:gd name="p0y7" fmla="*/ 1319 h 1319"/>
              <a:gd name="p0x8" fmla="*/ 3260 w 3380"/>
              <a:gd name="p0y8" fmla="*/ 1319 h 1319"/>
              <a:gd name="p0x9" fmla="*/ 120 w 3380"/>
              <a:gd name="p0y9" fmla="*/ 1319 h 1319"/>
              <a:gd name="p0x10" fmla="*/ 53 w 3380"/>
              <a:gd name="p0y10" fmla="*/ 1319 h 1319"/>
              <a:gd name="p0x11" fmla="*/ 0 w 3380"/>
              <a:gd name="p0y11" fmla="*/ 1265 h 1319"/>
              <a:gd name="p0x12" fmla="*/ 0 w 3380"/>
              <a:gd name="p0y12" fmla="*/ 1199 h 1319"/>
              <a:gd name="p0x13" fmla="*/ 0 w 3380"/>
              <a:gd name="p0y13" fmla="*/ 120 h 1319"/>
              <a:gd name="p0x14" fmla="*/ 0 w 3380"/>
              <a:gd name="p0y14" fmla="*/ 53 h 1319"/>
              <a:gd name="p0x15" fmla="*/ 53 w 3380"/>
              <a:gd name="p0y15" fmla="*/ 0 h 1319"/>
              <a:gd name="p0x16" fmla="*/ 120 w 3380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3" name="文本框 122"/>
          <p:cNvSpPr txBox="1"/>
          <p:nvPr>
            <p:custDataLst>
              <p:tags r:id="rId13"/>
            </p:custDataLst>
          </p:nvPr>
        </p:nvSpPr>
        <p:spPr>
          <a:xfrm>
            <a:off x="1633171" y="4449527"/>
            <a:ext cx="410854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/>
            <a:r>
              <a:rPr sz="10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Tutor</a:t>
            </a:r>
            <a:endParaRPr sz="10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8" name="任意多边形 87"/>
          <p:cNvSpPr/>
          <p:nvPr>
            <p:custDataLst>
              <p:tags r:id="rId14"/>
            </p:custDataLst>
          </p:nvPr>
        </p:nvSpPr>
        <p:spPr>
          <a:xfrm>
            <a:off x="1160142" y="4979086"/>
            <a:ext cx="1919942" cy="749010"/>
          </a:xfrm>
          <a:custGeom>
            <a:avLst/>
            <a:gdLst>
              <a:gd name="sw" fmla="*/ 1 w 3380"/>
              <a:gd name="sh" fmla="*/ 1 h 1319"/>
              <a:gd name="mins" fmla="min sw sh"/>
              <a:gd name="dsw" fmla="+- 0 sw mins"/>
              <a:gd name="dsh" fmla="+- 0 sh mins"/>
              <a:gd name="p0x0" fmla="*/ 120 w 3380"/>
              <a:gd name="p0y0" fmla="*/ 0 h 1319"/>
              <a:gd name="p0x1" fmla="*/ 3260 w 3380"/>
              <a:gd name="p0y1" fmla="*/ 0 h 1319"/>
              <a:gd name="p0x2" fmla="*/ 3327 w 3380"/>
              <a:gd name="p0y2" fmla="*/ 0 h 1319"/>
              <a:gd name="p0x3" fmla="*/ 3380 w 3380"/>
              <a:gd name="p0y3" fmla="*/ 53 h 1319"/>
              <a:gd name="p0x4" fmla="*/ 3380 w 3380"/>
              <a:gd name="p0y4" fmla="*/ 120 h 1319"/>
              <a:gd name="p0x5" fmla="*/ 3380 w 3380"/>
              <a:gd name="p0y5" fmla="*/ 1199 h 1319"/>
              <a:gd name="p0x6" fmla="*/ 3380 w 3380"/>
              <a:gd name="p0y6" fmla="*/ 1265 h 1319"/>
              <a:gd name="p0x7" fmla="*/ 3327 w 3380"/>
              <a:gd name="p0y7" fmla="*/ 1319 h 1319"/>
              <a:gd name="p0x8" fmla="*/ 3260 w 3380"/>
              <a:gd name="p0y8" fmla="*/ 1319 h 1319"/>
              <a:gd name="p0x9" fmla="*/ 120 w 3380"/>
              <a:gd name="p0y9" fmla="*/ 1319 h 1319"/>
              <a:gd name="p0x10" fmla="*/ 53 w 3380"/>
              <a:gd name="p0y10" fmla="*/ 1319 h 1319"/>
              <a:gd name="p0x11" fmla="*/ 0 w 3380"/>
              <a:gd name="p0y11" fmla="*/ 1265 h 1319"/>
              <a:gd name="p0x12" fmla="*/ 0 w 3380"/>
              <a:gd name="p0y12" fmla="*/ 1199 h 1319"/>
              <a:gd name="p0x13" fmla="*/ 0 w 3380"/>
              <a:gd name="p0y13" fmla="*/ 120 h 1319"/>
              <a:gd name="p0x14" fmla="*/ 0 w 3380"/>
              <a:gd name="p0y14" fmla="*/ 53 h 1319"/>
              <a:gd name="p0x15" fmla="*/ 53 w 3380"/>
              <a:gd name="p0y15" fmla="*/ 0 h 1319"/>
              <a:gd name="p0x16" fmla="*/ 120 w 3380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4" name="文本框 123"/>
          <p:cNvSpPr txBox="1"/>
          <p:nvPr>
            <p:custDataLst>
              <p:tags r:id="rId15"/>
            </p:custDataLst>
          </p:nvPr>
        </p:nvSpPr>
        <p:spPr>
          <a:xfrm>
            <a:off x="1633171" y="5275229"/>
            <a:ext cx="483461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/>
            <a:r>
              <a:rPr sz="10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Safety</a:t>
            </a:r>
            <a:endParaRPr sz="10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9" name="任意多边形 88"/>
          <p:cNvSpPr/>
          <p:nvPr>
            <p:custDataLst>
              <p:tags r:id="rId16"/>
            </p:custDataLst>
          </p:nvPr>
        </p:nvSpPr>
        <p:spPr>
          <a:xfrm>
            <a:off x="1160142" y="5804758"/>
            <a:ext cx="1919942" cy="749010"/>
          </a:xfrm>
          <a:custGeom>
            <a:avLst/>
            <a:gdLst>
              <a:gd name="sw" fmla="*/ 1 w 3380"/>
              <a:gd name="sh" fmla="*/ 1 h 1319"/>
              <a:gd name="mins" fmla="min sw sh"/>
              <a:gd name="dsw" fmla="+- 0 sw mins"/>
              <a:gd name="dsh" fmla="+- 0 sh mins"/>
              <a:gd name="p0x0" fmla="*/ 120 w 3380"/>
              <a:gd name="p0y0" fmla="*/ 0 h 1319"/>
              <a:gd name="p0x1" fmla="*/ 3260 w 3380"/>
              <a:gd name="p0y1" fmla="*/ 0 h 1319"/>
              <a:gd name="p0x2" fmla="*/ 3327 w 3380"/>
              <a:gd name="p0y2" fmla="*/ 0 h 1319"/>
              <a:gd name="p0x3" fmla="*/ 3380 w 3380"/>
              <a:gd name="p0y3" fmla="*/ 53 h 1319"/>
              <a:gd name="p0x4" fmla="*/ 3380 w 3380"/>
              <a:gd name="p0y4" fmla="*/ 120 h 1319"/>
              <a:gd name="p0x5" fmla="*/ 3380 w 3380"/>
              <a:gd name="p0y5" fmla="*/ 1199 h 1319"/>
              <a:gd name="p0x6" fmla="*/ 3380 w 3380"/>
              <a:gd name="p0y6" fmla="*/ 1265 h 1319"/>
              <a:gd name="p0x7" fmla="*/ 3327 w 3380"/>
              <a:gd name="p0y7" fmla="*/ 1319 h 1319"/>
              <a:gd name="p0x8" fmla="*/ 3260 w 3380"/>
              <a:gd name="p0y8" fmla="*/ 1319 h 1319"/>
              <a:gd name="p0x9" fmla="*/ 120 w 3380"/>
              <a:gd name="p0y9" fmla="*/ 1319 h 1319"/>
              <a:gd name="p0x10" fmla="*/ 53 w 3380"/>
              <a:gd name="p0y10" fmla="*/ 1319 h 1319"/>
              <a:gd name="p0x11" fmla="*/ 0 w 3380"/>
              <a:gd name="p0y11" fmla="*/ 1265 h 1319"/>
              <a:gd name="p0x12" fmla="*/ 0 w 3380"/>
              <a:gd name="p0y12" fmla="*/ 1199 h 1319"/>
              <a:gd name="p0x13" fmla="*/ 0 w 3380"/>
              <a:gd name="p0y13" fmla="*/ 120 h 1319"/>
              <a:gd name="p0x14" fmla="*/ 0 w 3380"/>
              <a:gd name="p0y14" fmla="*/ 53 h 1319"/>
              <a:gd name="p0x15" fmla="*/ 53 w 3380"/>
              <a:gd name="p0y15" fmla="*/ 0 h 1319"/>
              <a:gd name="p0x16" fmla="*/ 120 w 3380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5" name="文本框 124"/>
          <p:cNvSpPr txBox="1"/>
          <p:nvPr>
            <p:custDataLst>
              <p:tags r:id="rId17"/>
            </p:custDataLst>
          </p:nvPr>
        </p:nvSpPr>
        <p:spPr>
          <a:xfrm>
            <a:off x="1633171" y="6100940"/>
            <a:ext cx="359950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/>
            <a:r>
              <a:rPr sz="10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Eval</a:t>
            </a:r>
            <a:endParaRPr sz="10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0" name="任意多边形 89"/>
          <p:cNvSpPr/>
          <p:nvPr>
            <p:custDataLst>
              <p:tags r:id="rId18"/>
            </p:custDataLst>
          </p:nvPr>
        </p:nvSpPr>
        <p:spPr>
          <a:xfrm>
            <a:off x="3327104" y="1676400"/>
            <a:ext cx="7705321" cy="749010"/>
          </a:xfrm>
          <a:custGeom>
            <a:avLst/>
            <a:gdLst>
              <a:gd name="sw" fmla="*/ 1 w 13569"/>
              <a:gd name="sh" fmla="*/ 1 h 1319"/>
              <a:gd name="mins" fmla="min sw sh"/>
              <a:gd name="dsw" fmla="+- 0 sw mins"/>
              <a:gd name="dsh" fmla="+- 0 sh mins"/>
              <a:gd name="p0x0" fmla="*/ 120 w 13569"/>
              <a:gd name="p0y0" fmla="*/ 0 h 1319"/>
              <a:gd name="p0x1" fmla="*/ 13449 w 13569"/>
              <a:gd name="p0y1" fmla="*/ 0 h 1319"/>
              <a:gd name="p0x2" fmla="*/ 13515 w 13569"/>
              <a:gd name="p0y2" fmla="*/ 0 h 1319"/>
              <a:gd name="p0x3" fmla="*/ 13569 w 13569"/>
              <a:gd name="p0y3" fmla="*/ 53 h 1319"/>
              <a:gd name="p0x4" fmla="*/ 13569 w 13569"/>
              <a:gd name="p0y4" fmla="*/ 120 h 1319"/>
              <a:gd name="p0x5" fmla="*/ 13569 w 13569"/>
              <a:gd name="p0y5" fmla="*/ 1199 h 1319"/>
              <a:gd name="p0x6" fmla="*/ 13569 w 13569"/>
              <a:gd name="p0y6" fmla="*/ 1265 h 1319"/>
              <a:gd name="p0x7" fmla="*/ 13515 w 13569"/>
              <a:gd name="p0y7" fmla="*/ 1319 h 1319"/>
              <a:gd name="p0x8" fmla="*/ 13449 w 13569"/>
              <a:gd name="p0y8" fmla="*/ 1319 h 1319"/>
              <a:gd name="p0x9" fmla="*/ 120 w 13569"/>
              <a:gd name="p0y9" fmla="*/ 1319 h 1319"/>
              <a:gd name="p0x10" fmla="*/ 53 w 13569"/>
              <a:gd name="p0y10" fmla="*/ 1319 h 1319"/>
              <a:gd name="p0x11" fmla="*/ 0 w 13569"/>
              <a:gd name="p0y11" fmla="*/ 1265 h 1319"/>
              <a:gd name="p0x12" fmla="*/ 0 w 13569"/>
              <a:gd name="p0y12" fmla="*/ 1199 h 1319"/>
              <a:gd name="p0x13" fmla="*/ 0 w 13569"/>
              <a:gd name="p0y13" fmla="*/ 120 h 1319"/>
              <a:gd name="p0x14" fmla="*/ 0 w 13569"/>
              <a:gd name="p0y14" fmla="*/ 53 h 1319"/>
              <a:gd name="p0x15" fmla="*/ 53 w 13569"/>
              <a:gd name="p0y15" fmla="*/ 0 h 1319"/>
              <a:gd name="p0x16" fmla="*/ 120 w 13569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1" name="任意多边形 90"/>
          <p:cNvSpPr/>
          <p:nvPr>
            <p:custDataLst>
              <p:tags r:id="rId19"/>
            </p:custDataLst>
          </p:nvPr>
        </p:nvSpPr>
        <p:spPr>
          <a:xfrm>
            <a:off x="3501438" y="1957492"/>
            <a:ext cx="931862" cy="191370"/>
          </a:xfrm>
          <a:custGeom>
            <a:avLst/>
            <a:gdLst>
              <a:gd name="sw" fmla="*/ 1 w 1640"/>
              <a:gd name="sh" fmla="*/ 1 h 337"/>
              <a:gd name="mins" fmla="min sw sh"/>
              <a:gd name="dsw" fmla="+- 0 sw mins"/>
              <a:gd name="dsh" fmla="+- 0 sh mins"/>
              <a:gd name="p0x0" fmla="*/ 60 w 1640"/>
              <a:gd name="p0y0" fmla="*/ 0 h 337"/>
              <a:gd name="p0x1" fmla="*/ 1580 w 1640"/>
              <a:gd name="p0y1" fmla="*/ 0 h 337"/>
              <a:gd name="p0x2" fmla="*/ 1613 w 1640"/>
              <a:gd name="p0y2" fmla="*/ 0 h 337"/>
              <a:gd name="p0x3" fmla="*/ 1640 w 1640"/>
              <a:gd name="p0y3" fmla="*/ 26 h 337"/>
              <a:gd name="p0x4" fmla="*/ 1640 w 1640"/>
              <a:gd name="p0y4" fmla="*/ 60 h 337"/>
              <a:gd name="p0x5" fmla="*/ 1640 w 1640"/>
              <a:gd name="p0y5" fmla="*/ 277 h 337"/>
              <a:gd name="p0x6" fmla="*/ 1640 w 1640"/>
              <a:gd name="p0y6" fmla="*/ 310 h 337"/>
              <a:gd name="p0x7" fmla="*/ 1613 w 1640"/>
              <a:gd name="p0y7" fmla="*/ 337 h 337"/>
              <a:gd name="p0x8" fmla="*/ 1580 w 1640"/>
              <a:gd name="p0y8" fmla="*/ 337 h 337"/>
              <a:gd name="p0x9" fmla="*/ 60 w 1640"/>
              <a:gd name="p0y9" fmla="*/ 337 h 337"/>
              <a:gd name="p0x10" fmla="*/ 26 w 1640"/>
              <a:gd name="p0y10" fmla="*/ 337 h 337"/>
              <a:gd name="p0x11" fmla="*/ 0 w 1640"/>
              <a:gd name="p0y11" fmla="*/ 310 h 337"/>
              <a:gd name="p0x12" fmla="*/ 0 w 1640"/>
              <a:gd name="p0y12" fmla="*/ 277 h 337"/>
              <a:gd name="p0x13" fmla="*/ 0 w 1640"/>
              <a:gd name="p0y13" fmla="*/ 60 h 337"/>
              <a:gd name="p0x14" fmla="*/ 0 w 1640"/>
              <a:gd name="p0y14" fmla="*/ 26 h 337"/>
              <a:gd name="p0x15" fmla="*/ 26 w 1640"/>
              <a:gd name="p0y15" fmla="*/ 0 h 337"/>
              <a:gd name="p0x16" fmla="*/ 60 w 1640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6" name="文本框 125"/>
          <p:cNvSpPr txBox="1"/>
          <p:nvPr>
            <p:custDataLst>
              <p:tags r:id="rId20"/>
            </p:custDataLst>
          </p:nvPr>
        </p:nvSpPr>
        <p:spPr>
          <a:xfrm>
            <a:off x="3570132" y="1974794"/>
            <a:ext cx="914545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ProfilingAgent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2" name="任意多边形 91"/>
          <p:cNvSpPr/>
          <p:nvPr>
            <p:custDataLst>
              <p:tags r:id="rId21"/>
            </p:custDataLst>
          </p:nvPr>
        </p:nvSpPr>
        <p:spPr>
          <a:xfrm>
            <a:off x="3327104" y="2502072"/>
            <a:ext cx="7705321" cy="749010"/>
          </a:xfrm>
          <a:custGeom>
            <a:avLst/>
            <a:gdLst>
              <a:gd name="sw" fmla="*/ 1 w 13569"/>
              <a:gd name="sh" fmla="*/ 1 h 1319"/>
              <a:gd name="mins" fmla="min sw sh"/>
              <a:gd name="dsw" fmla="+- 0 sw mins"/>
              <a:gd name="dsh" fmla="+- 0 sh mins"/>
              <a:gd name="p0x0" fmla="*/ 120 w 13569"/>
              <a:gd name="p0y0" fmla="*/ 0 h 1319"/>
              <a:gd name="p0x1" fmla="*/ 13449 w 13569"/>
              <a:gd name="p0y1" fmla="*/ 0 h 1319"/>
              <a:gd name="p0x2" fmla="*/ 13515 w 13569"/>
              <a:gd name="p0y2" fmla="*/ 0 h 1319"/>
              <a:gd name="p0x3" fmla="*/ 13569 w 13569"/>
              <a:gd name="p0y3" fmla="*/ 53 h 1319"/>
              <a:gd name="p0x4" fmla="*/ 13569 w 13569"/>
              <a:gd name="p0y4" fmla="*/ 120 h 1319"/>
              <a:gd name="p0x5" fmla="*/ 13569 w 13569"/>
              <a:gd name="p0y5" fmla="*/ 1199 h 1319"/>
              <a:gd name="p0x6" fmla="*/ 13569 w 13569"/>
              <a:gd name="p0y6" fmla="*/ 1265 h 1319"/>
              <a:gd name="p0x7" fmla="*/ 13515 w 13569"/>
              <a:gd name="p0y7" fmla="*/ 1319 h 1319"/>
              <a:gd name="p0x8" fmla="*/ 13449 w 13569"/>
              <a:gd name="p0y8" fmla="*/ 1319 h 1319"/>
              <a:gd name="p0x9" fmla="*/ 120 w 13569"/>
              <a:gd name="p0y9" fmla="*/ 1319 h 1319"/>
              <a:gd name="p0x10" fmla="*/ 53 w 13569"/>
              <a:gd name="p0y10" fmla="*/ 1319 h 1319"/>
              <a:gd name="p0x11" fmla="*/ 0 w 13569"/>
              <a:gd name="p0y11" fmla="*/ 1265 h 1319"/>
              <a:gd name="p0x12" fmla="*/ 0 w 13569"/>
              <a:gd name="p0y12" fmla="*/ 1199 h 1319"/>
              <a:gd name="p0x13" fmla="*/ 0 w 13569"/>
              <a:gd name="p0y13" fmla="*/ 120 h 1319"/>
              <a:gd name="p0x14" fmla="*/ 0 w 13569"/>
              <a:gd name="p0y14" fmla="*/ 53 h 1319"/>
              <a:gd name="p0x15" fmla="*/ 53 w 13569"/>
              <a:gd name="p0y15" fmla="*/ 0 h 1319"/>
              <a:gd name="p0x16" fmla="*/ 120 w 13569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7" name="文本框 126"/>
          <p:cNvSpPr txBox="1"/>
          <p:nvPr>
            <p:custDataLst>
              <p:tags r:id="rId22"/>
            </p:custDataLst>
          </p:nvPr>
        </p:nvSpPr>
        <p:spPr>
          <a:xfrm>
            <a:off x="3501989" y="2574780"/>
            <a:ext cx="7356104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lang="en-US"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Resource · </a:t>
            </a:r>
            <a:r>
              <a:rPr lang="zh-CN"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资源生成</a:t>
            </a:r>
            <a:endParaRPr lang="zh-CN"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3" name="任意多边形 92"/>
          <p:cNvSpPr/>
          <p:nvPr>
            <p:custDataLst>
              <p:tags r:id="rId23"/>
            </p:custDataLst>
          </p:nvPr>
        </p:nvSpPr>
        <p:spPr>
          <a:xfrm>
            <a:off x="3501438" y="2783163"/>
            <a:ext cx="951737" cy="191937"/>
          </a:xfrm>
          <a:custGeom>
            <a:avLst/>
            <a:gdLst>
              <a:gd name="sw" fmla="*/ 1 w 1675"/>
              <a:gd name="sh" fmla="*/ 1 h 337"/>
              <a:gd name="mins" fmla="min sw sh"/>
              <a:gd name="dsw" fmla="+- 0 sw mins"/>
              <a:gd name="dsh" fmla="+- 0 sh mins"/>
              <a:gd name="p0x0" fmla="*/ 60 w 1675"/>
              <a:gd name="p0y0" fmla="*/ 0 h 337"/>
              <a:gd name="p0x1" fmla="*/ 1615 w 1675"/>
              <a:gd name="p0y1" fmla="*/ 0 h 337"/>
              <a:gd name="p0x2" fmla="*/ 1648 w 1675"/>
              <a:gd name="p0y2" fmla="*/ 0 h 337"/>
              <a:gd name="p0x3" fmla="*/ 1675 w 1675"/>
              <a:gd name="p0y3" fmla="*/ 26 h 337"/>
              <a:gd name="p0x4" fmla="*/ 1675 w 1675"/>
              <a:gd name="p0y4" fmla="*/ 60 h 337"/>
              <a:gd name="p0x5" fmla="*/ 1675 w 1675"/>
              <a:gd name="p0y5" fmla="*/ 277 h 337"/>
              <a:gd name="p0x6" fmla="*/ 1675 w 1675"/>
              <a:gd name="p0y6" fmla="*/ 310 h 337"/>
              <a:gd name="p0x7" fmla="*/ 1648 w 1675"/>
              <a:gd name="p0y7" fmla="*/ 337 h 337"/>
              <a:gd name="p0x8" fmla="*/ 1615 w 1675"/>
              <a:gd name="p0y8" fmla="*/ 337 h 337"/>
              <a:gd name="p0x9" fmla="*/ 60 w 1675"/>
              <a:gd name="p0y9" fmla="*/ 337 h 337"/>
              <a:gd name="p0x10" fmla="*/ 26 w 1675"/>
              <a:gd name="p0y10" fmla="*/ 337 h 337"/>
              <a:gd name="p0x11" fmla="*/ 0 w 1675"/>
              <a:gd name="p0y11" fmla="*/ 310 h 337"/>
              <a:gd name="p0x12" fmla="*/ 0 w 1675"/>
              <a:gd name="p0y12" fmla="*/ 277 h 337"/>
              <a:gd name="p0x13" fmla="*/ 0 w 1675"/>
              <a:gd name="p0y13" fmla="*/ 60 h 337"/>
              <a:gd name="p0x14" fmla="*/ 0 w 1675"/>
              <a:gd name="p0y14" fmla="*/ 26 h 337"/>
              <a:gd name="p0x15" fmla="*/ 26 w 1675"/>
              <a:gd name="p0y15" fmla="*/ 0 h 337"/>
              <a:gd name="p0x16" fmla="*/ 60 w 1675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8" name="文本框 127"/>
          <p:cNvSpPr txBox="1"/>
          <p:nvPr>
            <p:custDataLst>
              <p:tags r:id="rId24"/>
            </p:custDataLst>
          </p:nvPr>
        </p:nvSpPr>
        <p:spPr>
          <a:xfrm>
            <a:off x="3570132" y="2800506"/>
            <a:ext cx="934511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ConceptAgent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4" name="任意多边形 93"/>
          <p:cNvSpPr/>
          <p:nvPr>
            <p:custDataLst>
              <p:tags r:id="rId25"/>
            </p:custDataLst>
          </p:nvPr>
        </p:nvSpPr>
        <p:spPr>
          <a:xfrm>
            <a:off x="4487247" y="2783163"/>
            <a:ext cx="824536" cy="191937"/>
          </a:xfrm>
          <a:custGeom>
            <a:avLst/>
            <a:gdLst>
              <a:gd name="sw" fmla="*/ 1 w 1451"/>
              <a:gd name="sh" fmla="*/ 1 h 337"/>
              <a:gd name="mins" fmla="min sw sh"/>
              <a:gd name="dsw" fmla="+- 0 sw mins"/>
              <a:gd name="dsh" fmla="+- 0 sh mins"/>
              <a:gd name="p0x0" fmla="*/ 60 w 1451"/>
              <a:gd name="p0y0" fmla="*/ 0 h 337"/>
              <a:gd name="p0x1" fmla="*/ 1391 w 1451"/>
              <a:gd name="p0y1" fmla="*/ 0 h 337"/>
              <a:gd name="p0x2" fmla="*/ 1424 w 1451"/>
              <a:gd name="p0y2" fmla="*/ 0 h 337"/>
              <a:gd name="p0x3" fmla="*/ 1451 w 1451"/>
              <a:gd name="p0y3" fmla="*/ 26 h 337"/>
              <a:gd name="p0x4" fmla="*/ 1451 w 1451"/>
              <a:gd name="p0y4" fmla="*/ 60 h 337"/>
              <a:gd name="p0x5" fmla="*/ 1451 w 1451"/>
              <a:gd name="p0y5" fmla="*/ 277 h 337"/>
              <a:gd name="p0x6" fmla="*/ 1451 w 1451"/>
              <a:gd name="p0y6" fmla="*/ 310 h 337"/>
              <a:gd name="p0x7" fmla="*/ 1424 w 1451"/>
              <a:gd name="p0y7" fmla="*/ 337 h 337"/>
              <a:gd name="p0x8" fmla="*/ 1391 w 1451"/>
              <a:gd name="p0y8" fmla="*/ 337 h 337"/>
              <a:gd name="p0x9" fmla="*/ 60 w 1451"/>
              <a:gd name="p0y9" fmla="*/ 337 h 337"/>
              <a:gd name="p0x10" fmla="*/ 26 w 1451"/>
              <a:gd name="p0y10" fmla="*/ 337 h 337"/>
              <a:gd name="p0x11" fmla="*/ 0 w 1451"/>
              <a:gd name="p0y11" fmla="*/ 310 h 337"/>
              <a:gd name="p0x12" fmla="*/ 0 w 1451"/>
              <a:gd name="p0y12" fmla="*/ 277 h 337"/>
              <a:gd name="p0x13" fmla="*/ 0 w 1451"/>
              <a:gd name="p0y13" fmla="*/ 60 h 337"/>
              <a:gd name="p0x14" fmla="*/ 0 w 1451"/>
              <a:gd name="p0y14" fmla="*/ 26 h 337"/>
              <a:gd name="p0x15" fmla="*/ 26 w 1451"/>
              <a:gd name="p0y15" fmla="*/ 0 h 337"/>
              <a:gd name="p0x16" fmla="*/ 60 w 1451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9" name="文本框 128"/>
          <p:cNvSpPr txBox="1"/>
          <p:nvPr>
            <p:custDataLst>
              <p:tags r:id="rId26"/>
            </p:custDataLst>
          </p:nvPr>
        </p:nvSpPr>
        <p:spPr>
          <a:xfrm>
            <a:off x="4555750" y="2800506"/>
            <a:ext cx="807270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GraphAgent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5" name="任意多边形 94"/>
          <p:cNvSpPr/>
          <p:nvPr>
            <p:custDataLst>
              <p:tags r:id="rId27"/>
            </p:custDataLst>
          </p:nvPr>
        </p:nvSpPr>
        <p:spPr>
          <a:xfrm>
            <a:off x="5345854" y="2783163"/>
            <a:ext cx="726296" cy="191937"/>
          </a:xfrm>
          <a:custGeom>
            <a:avLst/>
            <a:gdLst>
              <a:gd name="sw" fmla="*/ 1 w 1279"/>
              <a:gd name="sh" fmla="*/ 1 h 337"/>
              <a:gd name="mins" fmla="min sw sh"/>
              <a:gd name="dsw" fmla="+- 0 sw mins"/>
              <a:gd name="dsh" fmla="+- 0 sh mins"/>
              <a:gd name="p0x0" fmla="*/ 60 w 1279"/>
              <a:gd name="p0y0" fmla="*/ 0 h 337"/>
              <a:gd name="p0x1" fmla="*/ 1219 w 1279"/>
              <a:gd name="p0y1" fmla="*/ 0 h 337"/>
              <a:gd name="p0x2" fmla="*/ 1252 w 1279"/>
              <a:gd name="p0y2" fmla="*/ 0 h 337"/>
              <a:gd name="p0x3" fmla="*/ 1279 w 1279"/>
              <a:gd name="p0y3" fmla="*/ 26 h 337"/>
              <a:gd name="p0x4" fmla="*/ 1279 w 1279"/>
              <a:gd name="p0y4" fmla="*/ 60 h 337"/>
              <a:gd name="p0x5" fmla="*/ 1279 w 1279"/>
              <a:gd name="p0y5" fmla="*/ 277 h 337"/>
              <a:gd name="p0x6" fmla="*/ 1279 w 1279"/>
              <a:gd name="p0y6" fmla="*/ 310 h 337"/>
              <a:gd name="p0x7" fmla="*/ 1252 w 1279"/>
              <a:gd name="p0y7" fmla="*/ 337 h 337"/>
              <a:gd name="p0x8" fmla="*/ 1219 w 1279"/>
              <a:gd name="p0y8" fmla="*/ 337 h 337"/>
              <a:gd name="p0x9" fmla="*/ 60 w 1279"/>
              <a:gd name="p0y9" fmla="*/ 337 h 337"/>
              <a:gd name="p0x10" fmla="*/ 26 w 1279"/>
              <a:gd name="p0y10" fmla="*/ 337 h 337"/>
              <a:gd name="p0x11" fmla="*/ 0 w 1279"/>
              <a:gd name="p0y11" fmla="*/ 310 h 337"/>
              <a:gd name="p0x12" fmla="*/ 0 w 1279"/>
              <a:gd name="p0y12" fmla="*/ 277 h 337"/>
              <a:gd name="p0x13" fmla="*/ 0 w 1279"/>
              <a:gd name="p0y13" fmla="*/ 60 h 337"/>
              <a:gd name="p0x14" fmla="*/ 0 w 1279"/>
              <a:gd name="p0y14" fmla="*/ 26 h 337"/>
              <a:gd name="p0x15" fmla="*/ 26 w 1279"/>
              <a:gd name="p0y15" fmla="*/ 0 h 337"/>
              <a:gd name="p0x16" fmla="*/ 60 w 1279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0" name="文本框 129"/>
          <p:cNvSpPr txBox="1"/>
          <p:nvPr>
            <p:custDataLst>
              <p:tags r:id="rId28"/>
            </p:custDataLst>
          </p:nvPr>
        </p:nvSpPr>
        <p:spPr>
          <a:xfrm>
            <a:off x="5414128" y="2800506"/>
            <a:ext cx="709586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QuizAgent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6" name="任意多边形 95"/>
          <p:cNvSpPr/>
          <p:nvPr>
            <p:custDataLst>
              <p:tags r:id="rId29"/>
            </p:custDataLst>
          </p:nvPr>
        </p:nvSpPr>
        <p:spPr>
          <a:xfrm>
            <a:off x="6106222" y="2783163"/>
            <a:ext cx="971612" cy="191937"/>
          </a:xfrm>
          <a:custGeom>
            <a:avLst/>
            <a:gdLst>
              <a:gd name="sw" fmla="*/ 1 w 1711"/>
              <a:gd name="sh" fmla="*/ 1 h 337"/>
              <a:gd name="mins" fmla="min sw sh"/>
              <a:gd name="dsw" fmla="+- 0 sw mins"/>
              <a:gd name="dsh" fmla="+- 0 sh mins"/>
              <a:gd name="p0x0" fmla="*/ 60 w 1711"/>
              <a:gd name="p0y0" fmla="*/ 0 h 337"/>
              <a:gd name="p0x1" fmla="*/ 1651 w 1711"/>
              <a:gd name="p0y1" fmla="*/ 0 h 337"/>
              <a:gd name="p0x2" fmla="*/ 1684 w 1711"/>
              <a:gd name="p0y2" fmla="*/ 0 h 337"/>
              <a:gd name="p0x3" fmla="*/ 1711 w 1711"/>
              <a:gd name="p0y3" fmla="*/ 26 h 337"/>
              <a:gd name="p0x4" fmla="*/ 1711 w 1711"/>
              <a:gd name="p0y4" fmla="*/ 60 h 337"/>
              <a:gd name="p0x5" fmla="*/ 1711 w 1711"/>
              <a:gd name="p0y5" fmla="*/ 277 h 337"/>
              <a:gd name="p0x6" fmla="*/ 1711 w 1711"/>
              <a:gd name="p0y6" fmla="*/ 310 h 337"/>
              <a:gd name="p0x7" fmla="*/ 1684 w 1711"/>
              <a:gd name="p0y7" fmla="*/ 337 h 337"/>
              <a:gd name="p0x8" fmla="*/ 1651 w 1711"/>
              <a:gd name="p0y8" fmla="*/ 337 h 337"/>
              <a:gd name="p0x9" fmla="*/ 60 w 1711"/>
              <a:gd name="p0y9" fmla="*/ 337 h 337"/>
              <a:gd name="p0x10" fmla="*/ 26 w 1711"/>
              <a:gd name="p0y10" fmla="*/ 337 h 337"/>
              <a:gd name="p0x11" fmla="*/ 0 w 1711"/>
              <a:gd name="p0y11" fmla="*/ 310 h 337"/>
              <a:gd name="p0x12" fmla="*/ 0 w 1711"/>
              <a:gd name="p0y12" fmla="*/ 277 h 337"/>
              <a:gd name="p0x13" fmla="*/ 0 w 1711"/>
              <a:gd name="p0y13" fmla="*/ 60 h 337"/>
              <a:gd name="p0x14" fmla="*/ 0 w 1711"/>
              <a:gd name="p0y14" fmla="*/ 26 h 337"/>
              <a:gd name="p0x15" fmla="*/ 26 w 1711"/>
              <a:gd name="p0y15" fmla="*/ 0 h 337"/>
              <a:gd name="p0x16" fmla="*/ 60 w 1711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1" name="文本框 130"/>
          <p:cNvSpPr txBox="1"/>
          <p:nvPr>
            <p:custDataLst>
              <p:tags r:id="rId30"/>
            </p:custDataLst>
          </p:nvPr>
        </p:nvSpPr>
        <p:spPr>
          <a:xfrm>
            <a:off x="6174822" y="2800506"/>
            <a:ext cx="954673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ScenarioAgent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7" name="任意多边形 96"/>
          <p:cNvSpPr/>
          <p:nvPr>
            <p:custDataLst>
              <p:tags r:id="rId31"/>
            </p:custDataLst>
          </p:nvPr>
        </p:nvSpPr>
        <p:spPr>
          <a:xfrm>
            <a:off x="7111905" y="2783163"/>
            <a:ext cx="792168" cy="191937"/>
          </a:xfrm>
          <a:custGeom>
            <a:avLst/>
            <a:gdLst>
              <a:gd name="sw" fmla="*/ 1 w 1394"/>
              <a:gd name="sh" fmla="*/ 1 h 337"/>
              <a:gd name="mins" fmla="min sw sh"/>
              <a:gd name="dsw" fmla="+- 0 sw mins"/>
              <a:gd name="dsh" fmla="+- 0 sh mins"/>
              <a:gd name="p0x0" fmla="*/ 60 w 1394"/>
              <a:gd name="p0y0" fmla="*/ 0 h 337"/>
              <a:gd name="p0x1" fmla="*/ 1334 w 1394"/>
              <a:gd name="p0y1" fmla="*/ 0 h 337"/>
              <a:gd name="p0x2" fmla="*/ 1368 w 1394"/>
              <a:gd name="p0y2" fmla="*/ 0 h 337"/>
              <a:gd name="p0x3" fmla="*/ 1394 w 1394"/>
              <a:gd name="p0y3" fmla="*/ 26 h 337"/>
              <a:gd name="p0x4" fmla="*/ 1394 w 1394"/>
              <a:gd name="p0y4" fmla="*/ 60 h 337"/>
              <a:gd name="p0x5" fmla="*/ 1394 w 1394"/>
              <a:gd name="p0y5" fmla="*/ 277 h 337"/>
              <a:gd name="p0x6" fmla="*/ 1394 w 1394"/>
              <a:gd name="p0y6" fmla="*/ 310 h 337"/>
              <a:gd name="p0x7" fmla="*/ 1368 w 1394"/>
              <a:gd name="p0y7" fmla="*/ 337 h 337"/>
              <a:gd name="p0x8" fmla="*/ 1334 w 1394"/>
              <a:gd name="p0y8" fmla="*/ 337 h 337"/>
              <a:gd name="p0x9" fmla="*/ 60 w 1394"/>
              <a:gd name="p0y9" fmla="*/ 337 h 337"/>
              <a:gd name="p0x10" fmla="*/ 26 w 1394"/>
              <a:gd name="p0y10" fmla="*/ 337 h 337"/>
              <a:gd name="p0x11" fmla="*/ 0 w 1394"/>
              <a:gd name="p0y11" fmla="*/ 310 h 337"/>
              <a:gd name="p0x12" fmla="*/ 0 w 1394"/>
              <a:gd name="p0y12" fmla="*/ 277 h 337"/>
              <a:gd name="p0x13" fmla="*/ 0 w 1394"/>
              <a:gd name="p0y13" fmla="*/ 60 h 337"/>
              <a:gd name="p0x14" fmla="*/ 0 w 1394"/>
              <a:gd name="p0y14" fmla="*/ 26 h 337"/>
              <a:gd name="p0x15" fmla="*/ 26 w 1394"/>
              <a:gd name="p0y15" fmla="*/ 0 h 337"/>
              <a:gd name="p0x16" fmla="*/ 60 w 1394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2" name="文本框 131"/>
          <p:cNvSpPr txBox="1"/>
          <p:nvPr>
            <p:custDataLst>
              <p:tags r:id="rId32"/>
            </p:custDataLst>
          </p:nvPr>
        </p:nvSpPr>
        <p:spPr>
          <a:xfrm>
            <a:off x="7180602" y="2800506"/>
            <a:ext cx="775064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TraceAgent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8" name="任意多边形 97"/>
          <p:cNvSpPr/>
          <p:nvPr>
            <p:custDataLst>
              <p:tags r:id="rId33"/>
            </p:custDataLst>
          </p:nvPr>
        </p:nvSpPr>
        <p:spPr>
          <a:xfrm>
            <a:off x="7938145" y="2783163"/>
            <a:ext cx="937540" cy="191937"/>
          </a:xfrm>
          <a:custGeom>
            <a:avLst/>
            <a:gdLst>
              <a:gd name="sw" fmla="*/ 1 w 1650"/>
              <a:gd name="sh" fmla="*/ 1 h 337"/>
              <a:gd name="mins" fmla="min sw sh"/>
              <a:gd name="dsw" fmla="+- 0 sw mins"/>
              <a:gd name="dsh" fmla="+- 0 sh mins"/>
              <a:gd name="p0x0" fmla="*/ 60 w 1650"/>
              <a:gd name="p0y0" fmla="*/ 0 h 337"/>
              <a:gd name="p0x1" fmla="*/ 1590 w 1650"/>
              <a:gd name="p0y1" fmla="*/ 0 h 337"/>
              <a:gd name="p0x2" fmla="*/ 1623 w 1650"/>
              <a:gd name="p0y2" fmla="*/ 0 h 337"/>
              <a:gd name="p0x3" fmla="*/ 1650 w 1650"/>
              <a:gd name="p0y3" fmla="*/ 26 h 337"/>
              <a:gd name="p0x4" fmla="*/ 1650 w 1650"/>
              <a:gd name="p0y4" fmla="*/ 60 h 337"/>
              <a:gd name="p0x5" fmla="*/ 1650 w 1650"/>
              <a:gd name="p0y5" fmla="*/ 277 h 337"/>
              <a:gd name="p0x6" fmla="*/ 1650 w 1650"/>
              <a:gd name="p0y6" fmla="*/ 310 h 337"/>
              <a:gd name="p0x7" fmla="*/ 1623 w 1650"/>
              <a:gd name="p0y7" fmla="*/ 337 h 337"/>
              <a:gd name="p0x8" fmla="*/ 1590 w 1650"/>
              <a:gd name="p0y8" fmla="*/ 337 h 337"/>
              <a:gd name="p0x9" fmla="*/ 60 w 1650"/>
              <a:gd name="p0y9" fmla="*/ 337 h 337"/>
              <a:gd name="p0x10" fmla="*/ 26 w 1650"/>
              <a:gd name="p0y10" fmla="*/ 337 h 337"/>
              <a:gd name="p0x11" fmla="*/ 0 w 1650"/>
              <a:gd name="p0y11" fmla="*/ 310 h 337"/>
              <a:gd name="p0x12" fmla="*/ 0 w 1650"/>
              <a:gd name="p0y12" fmla="*/ 277 h 337"/>
              <a:gd name="p0x13" fmla="*/ 0 w 1650"/>
              <a:gd name="p0y13" fmla="*/ 60 h 337"/>
              <a:gd name="p0x14" fmla="*/ 0 w 1650"/>
              <a:gd name="p0y14" fmla="*/ 26 h 337"/>
              <a:gd name="p0x15" fmla="*/ 26 w 1650"/>
              <a:gd name="p0y15" fmla="*/ 0 h 337"/>
              <a:gd name="p0x16" fmla="*/ 60 w 1650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3" name="文本框 132"/>
          <p:cNvSpPr txBox="1"/>
          <p:nvPr>
            <p:custDataLst>
              <p:tags r:id="rId34"/>
            </p:custDataLst>
          </p:nvPr>
        </p:nvSpPr>
        <p:spPr>
          <a:xfrm>
            <a:off x="8006774" y="2800506"/>
            <a:ext cx="920073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ReadingAgent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35"/>
            </p:custDataLst>
          </p:nvPr>
        </p:nvSpPr>
        <p:spPr>
          <a:xfrm>
            <a:off x="8909757" y="2783163"/>
            <a:ext cx="662695" cy="191937"/>
          </a:xfrm>
          <a:custGeom>
            <a:avLst/>
            <a:gdLst>
              <a:gd name="sw" fmla="*/ 1 w 1166"/>
              <a:gd name="sh" fmla="*/ 1 h 337"/>
              <a:gd name="mins" fmla="min sw sh"/>
              <a:gd name="dsw" fmla="+- 0 sw mins"/>
              <a:gd name="dsh" fmla="+- 0 sh mins"/>
              <a:gd name="p0x0" fmla="*/ 60 w 1166"/>
              <a:gd name="p0y0" fmla="*/ 0 h 337"/>
              <a:gd name="p0x1" fmla="*/ 1106 w 1166"/>
              <a:gd name="p0y1" fmla="*/ 0 h 337"/>
              <a:gd name="p0x2" fmla="*/ 1140 w 1166"/>
              <a:gd name="p0y2" fmla="*/ 0 h 337"/>
              <a:gd name="p0x3" fmla="*/ 1166 w 1166"/>
              <a:gd name="p0y3" fmla="*/ 26 h 337"/>
              <a:gd name="p0x4" fmla="*/ 1166 w 1166"/>
              <a:gd name="p0y4" fmla="*/ 60 h 337"/>
              <a:gd name="p0x5" fmla="*/ 1166 w 1166"/>
              <a:gd name="p0y5" fmla="*/ 277 h 337"/>
              <a:gd name="p0x6" fmla="*/ 1166 w 1166"/>
              <a:gd name="p0y6" fmla="*/ 310 h 337"/>
              <a:gd name="p0x7" fmla="*/ 1140 w 1166"/>
              <a:gd name="p0y7" fmla="*/ 337 h 337"/>
              <a:gd name="p0x8" fmla="*/ 1106 w 1166"/>
              <a:gd name="p0y8" fmla="*/ 337 h 337"/>
              <a:gd name="p0x9" fmla="*/ 60 w 1166"/>
              <a:gd name="p0y9" fmla="*/ 337 h 337"/>
              <a:gd name="p0x10" fmla="*/ 26 w 1166"/>
              <a:gd name="p0y10" fmla="*/ 337 h 337"/>
              <a:gd name="p0x11" fmla="*/ 0 w 1166"/>
              <a:gd name="p0y11" fmla="*/ 310 h 337"/>
              <a:gd name="p0x12" fmla="*/ 0 w 1166"/>
              <a:gd name="p0y12" fmla="*/ 277 h 337"/>
              <a:gd name="p0x13" fmla="*/ 0 w 1166"/>
              <a:gd name="p0y13" fmla="*/ 60 h 337"/>
              <a:gd name="p0x14" fmla="*/ 0 w 1166"/>
              <a:gd name="p0y14" fmla="*/ 26 h 337"/>
              <a:gd name="p0x15" fmla="*/ 26 w 1166"/>
              <a:gd name="p0y15" fmla="*/ 0 h 337"/>
              <a:gd name="p0x16" fmla="*/ 60 w 1166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4" name="文本框 133"/>
          <p:cNvSpPr txBox="1"/>
          <p:nvPr>
            <p:custDataLst>
              <p:tags r:id="rId36"/>
            </p:custDataLst>
          </p:nvPr>
        </p:nvSpPr>
        <p:spPr>
          <a:xfrm>
            <a:off x="8977955" y="2800506"/>
            <a:ext cx="645633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PptAgent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0" name="任意多边形 99"/>
          <p:cNvSpPr/>
          <p:nvPr>
            <p:custDataLst>
              <p:tags r:id="rId37"/>
            </p:custDataLst>
          </p:nvPr>
        </p:nvSpPr>
        <p:spPr>
          <a:xfrm>
            <a:off x="9606524" y="2783163"/>
            <a:ext cx="1119824" cy="191937"/>
          </a:xfrm>
          <a:custGeom>
            <a:avLst/>
            <a:gdLst>
              <a:gd name="sw" fmla="*/ 1 w 1972"/>
              <a:gd name="sh" fmla="*/ 1 h 337"/>
              <a:gd name="mins" fmla="min sw sh"/>
              <a:gd name="dsw" fmla="+- 0 sw mins"/>
              <a:gd name="dsh" fmla="+- 0 sh mins"/>
              <a:gd name="p0x0" fmla="*/ 60 w 1972"/>
              <a:gd name="p0y0" fmla="*/ 0 h 337"/>
              <a:gd name="p0x1" fmla="*/ 1912 w 1972"/>
              <a:gd name="p0y1" fmla="*/ 0 h 337"/>
              <a:gd name="p0x2" fmla="*/ 1945 w 1972"/>
              <a:gd name="p0y2" fmla="*/ 0 h 337"/>
              <a:gd name="p0x3" fmla="*/ 1972 w 1972"/>
              <a:gd name="p0y3" fmla="*/ 26 h 337"/>
              <a:gd name="p0x4" fmla="*/ 1972 w 1972"/>
              <a:gd name="p0y4" fmla="*/ 60 h 337"/>
              <a:gd name="p0x5" fmla="*/ 1972 w 1972"/>
              <a:gd name="p0y5" fmla="*/ 277 h 337"/>
              <a:gd name="p0x6" fmla="*/ 1972 w 1972"/>
              <a:gd name="p0y6" fmla="*/ 310 h 337"/>
              <a:gd name="p0x7" fmla="*/ 1945 w 1972"/>
              <a:gd name="p0y7" fmla="*/ 337 h 337"/>
              <a:gd name="p0x8" fmla="*/ 1912 w 1972"/>
              <a:gd name="p0y8" fmla="*/ 337 h 337"/>
              <a:gd name="p0x9" fmla="*/ 60 w 1972"/>
              <a:gd name="p0y9" fmla="*/ 337 h 337"/>
              <a:gd name="p0x10" fmla="*/ 26 w 1972"/>
              <a:gd name="p0y10" fmla="*/ 337 h 337"/>
              <a:gd name="p0x11" fmla="*/ 0 w 1972"/>
              <a:gd name="p0y11" fmla="*/ 310 h 337"/>
              <a:gd name="p0x12" fmla="*/ 0 w 1972"/>
              <a:gd name="p0y12" fmla="*/ 277 h 337"/>
              <a:gd name="p0x13" fmla="*/ 0 w 1972"/>
              <a:gd name="p0y13" fmla="*/ 60 h 337"/>
              <a:gd name="p0x14" fmla="*/ 0 w 1972"/>
              <a:gd name="p0y14" fmla="*/ 26 h 337"/>
              <a:gd name="p0x15" fmla="*/ 26 w 1972"/>
              <a:gd name="p0y15" fmla="*/ 0 h 337"/>
              <a:gd name="p0x16" fmla="*/ 60 w 1972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5" name="文本框 134"/>
          <p:cNvSpPr txBox="1"/>
          <p:nvPr>
            <p:custDataLst>
              <p:tags r:id="rId38"/>
            </p:custDataLst>
          </p:nvPr>
        </p:nvSpPr>
        <p:spPr>
          <a:xfrm>
            <a:off x="9674696" y="2800506"/>
            <a:ext cx="1103209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VideoScriptAgent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1" name="任意多边形 100"/>
          <p:cNvSpPr/>
          <p:nvPr>
            <p:custDataLst>
              <p:tags r:id="rId39"/>
            </p:custDataLst>
          </p:nvPr>
        </p:nvSpPr>
        <p:spPr>
          <a:xfrm>
            <a:off x="3327104" y="3327743"/>
            <a:ext cx="7705321" cy="749010"/>
          </a:xfrm>
          <a:custGeom>
            <a:avLst/>
            <a:gdLst>
              <a:gd name="sw" fmla="*/ 1 w 13569"/>
              <a:gd name="sh" fmla="*/ 1 h 1319"/>
              <a:gd name="mins" fmla="min sw sh"/>
              <a:gd name="dsw" fmla="+- 0 sw mins"/>
              <a:gd name="dsh" fmla="+- 0 sh mins"/>
              <a:gd name="p0x0" fmla="*/ 120 w 13569"/>
              <a:gd name="p0y0" fmla="*/ 0 h 1319"/>
              <a:gd name="p0x1" fmla="*/ 13449 w 13569"/>
              <a:gd name="p0y1" fmla="*/ 0 h 1319"/>
              <a:gd name="p0x2" fmla="*/ 13515 w 13569"/>
              <a:gd name="p0y2" fmla="*/ 0 h 1319"/>
              <a:gd name="p0x3" fmla="*/ 13569 w 13569"/>
              <a:gd name="p0y3" fmla="*/ 53 h 1319"/>
              <a:gd name="p0x4" fmla="*/ 13569 w 13569"/>
              <a:gd name="p0y4" fmla="*/ 120 h 1319"/>
              <a:gd name="p0x5" fmla="*/ 13569 w 13569"/>
              <a:gd name="p0y5" fmla="*/ 1199 h 1319"/>
              <a:gd name="p0x6" fmla="*/ 13569 w 13569"/>
              <a:gd name="p0y6" fmla="*/ 1265 h 1319"/>
              <a:gd name="p0x7" fmla="*/ 13515 w 13569"/>
              <a:gd name="p0y7" fmla="*/ 1319 h 1319"/>
              <a:gd name="p0x8" fmla="*/ 13449 w 13569"/>
              <a:gd name="p0y8" fmla="*/ 1319 h 1319"/>
              <a:gd name="p0x9" fmla="*/ 120 w 13569"/>
              <a:gd name="p0y9" fmla="*/ 1319 h 1319"/>
              <a:gd name="p0x10" fmla="*/ 53 w 13569"/>
              <a:gd name="p0y10" fmla="*/ 1319 h 1319"/>
              <a:gd name="p0x11" fmla="*/ 0 w 13569"/>
              <a:gd name="p0y11" fmla="*/ 1265 h 1319"/>
              <a:gd name="p0x12" fmla="*/ 0 w 13569"/>
              <a:gd name="p0y12" fmla="*/ 1199 h 1319"/>
              <a:gd name="p0x13" fmla="*/ 0 w 13569"/>
              <a:gd name="p0y13" fmla="*/ 120 h 1319"/>
              <a:gd name="p0x14" fmla="*/ 0 w 13569"/>
              <a:gd name="p0y14" fmla="*/ 53 h 1319"/>
              <a:gd name="p0x15" fmla="*/ 53 w 13569"/>
              <a:gd name="p0y15" fmla="*/ 0 h 1319"/>
              <a:gd name="p0x16" fmla="*/ 120 w 13569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6" name="文本框 135"/>
          <p:cNvSpPr txBox="1"/>
          <p:nvPr>
            <p:custDataLst>
              <p:tags r:id="rId40"/>
            </p:custDataLst>
          </p:nvPr>
        </p:nvSpPr>
        <p:spPr>
          <a:xfrm>
            <a:off x="3501989" y="3400483"/>
            <a:ext cx="7356104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lang="en-US"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Path · </a:t>
            </a:r>
            <a:r>
              <a:rPr lang="zh-CN"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路径规划</a:t>
            </a:r>
            <a:endParaRPr lang="zh-CN"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2" name="任意多边形 101"/>
          <p:cNvSpPr/>
          <p:nvPr>
            <p:custDataLst>
              <p:tags r:id="rId41"/>
            </p:custDataLst>
          </p:nvPr>
        </p:nvSpPr>
        <p:spPr>
          <a:xfrm>
            <a:off x="3501438" y="3608835"/>
            <a:ext cx="901765" cy="191937"/>
          </a:xfrm>
          <a:custGeom>
            <a:avLst/>
            <a:gdLst>
              <a:gd name="sw" fmla="*/ 1 w 1587"/>
              <a:gd name="sh" fmla="*/ 1 h 337"/>
              <a:gd name="mins" fmla="min sw sh"/>
              <a:gd name="dsw" fmla="+- 0 sw mins"/>
              <a:gd name="dsh" fmla="+- 0 sh mins"/>
              <a:gd name="p0x0" fmla="*/ 60 w 1587"/>
              <a:gd name="p0y0" fmla="*/ 0 h 337"/>
              <a:gd name="p0x1" fmla="*/ 1527 w 1587"/>
              <a:gd name="p0y1" fmla="*/ 0 h 337"/>
              <a:gd name="p0x2" fmla="*/ 1560 w 1587"/>
              <a:gd name="p0y2" fmla="*/ 0 h 337"/>
              <a:gd name="p0x3" fmla="*/ 1587 w 1587"/>
              <a:gd name="p0y3" fmla="*/ 26 h 337"/>
              <a:gd name="p0x4" fmla="*/ 1587 w 1587"/>
              <a:gd name="p0y4" fmla="*/ 60 h 337"/>
              <a:gd name="p0x5" fmla="*/ 1587 w 1587"/>
              <a:gd name="p0y5" fmla="*/ 277 h 337"/>
              <a:gd name="p0x6" fmla="*/ 1587 w 1587"/>
              <a:gd name="p0y6" fmla="*/ 310 h 337"/>
              <a:gd name="p0x7" fmla="*/ 1560 w 1587"/>
              <a:gd name="p0y7" fmla="*/ 337 h 337"/>
              <a:gd name="p0x8" fmla="*/ 1527 w 1587"/>
              <a:gd name="p0y8" fmla="*/ 337 h 337"/>
              <a:gd name="p0x9" fmla="*/ 60 w 1587"/>
              <a:gd name="p0y9" fmla="*/ 337 h 337"/>
              <a:gd name="p0x10" fmla="*/ 26 w 1587"/>
              <a:gd name="p0y10" fmla="*/ 337 h 337"/>
              <a:gd name="p0x11" fmla="*/ 0 w 1587"/>
              <a:gd name="p0y11" fmla="*/ 310 h 337"/>
              <a:gd name="p0x12" fmla="*/ 0 w 1587"/>
              <a:gd name="p0y12" fmla="*/ 277 h 337"/>
              <a:gd name="p0x13" fmla="*/ 0 w 1587"/>
              <a:gd name="p0y13" fmla="*/ 60 h 337"/>
              <a:gd name="p0x14" fmla="*/ 0 w 1587"/>
              <a:gd name="p0y14" fmla="*/ 26 h 337"/>
              <a:gd name="p0x15" fmla="*/ 26 w 1587"/>
              <a:gd name="p0y15" fmla="*/ 0 h 337"/>
              <a:gd name="p0x16" fmla="*/ 60 w 1587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7" name="文本框 136"/>
          <p:cNvSpPr txBox="1"/>
          <p:nvPr>
            <p:custDataLst>
              <p:tags r:id="rId42"/>
            </p:custDataLst>
          </p:nvPr>
        </p:nvSpPr>
        <p:spPr>
          <a:xfrm>
            <a:off x="3570132" y="3626209"/>
            <a:ext cx="884536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PlannerAgent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3" name="任意多边形 102"/>
          <p:cNvSpPr/>
          <p:nvPr>
            <p:custDataLst>
              <p:tags r:id="rId43"/>
            </p:custDataLst>
          </p:nvPr>
        </p:nvSpPr>
        <p:spPr>
          <a:xfrm>
            <a:off x="4437275" y="3608835"/>
            <a:ext cx="1224311" cy="191937"/>
          </a:xfrm>
          <a:custGeom>
            <a:avLst/>
            <a:gdLst>
              <a:gd name="sw" fmla="*/ 1 w 2155"/>
              <a:gd name="sh" fmla="*/ 1 h 337"/>
              <a:gd name="mins" fmla="min sw sh"/>
              <a:gd name="dsw" fmla="+- 0 sw mins"/>
              <a:gd name="dsh" fmla="+- 0 sh mins"/>
              <a:gd name="p0x0" fmla="*/ 60 w 2155"/>
              <a:gd name="p0y0" fmla="*/ 0 h 337"/>
              <a:gd name="p0x1" fmla="*/ 2095 w 2155"/>
              <a:gd name="p0y1" fmla="*/ 0 h 337"/>
              <a:gd name="p0x2" fmla="*/ 2128 w 2155"/>
              <a:gd name="p0y2" fmla="*/ 0 h 337"/>
              <a:gd name="p0x3" fmla="*/ 2155 w 2155"/>
              <a:gd name="p0y3" fmla="*/ 26 h 337"/>
              <a:gd name="p0x4" fmla="*/ 2155 w 2155"/>
              <a:gd name="p0y4" fmla="*/ 60 h 337"/>
              <a:gd name="p0x5" fmla="*/ 2155 w 2155"/>
              <a:gd name="p0y5" fmla="*/ 277 h 337"/>
              <a:gd name="p0x6" fmla="*/ 2155 w 2155"/>
              <a:gd name="p0y6" fmla="*/ 310 h 337"/>
              <a:gd name="p0x7" fmla="*/ 2128 w 2155"/>
              <a:gd name="p0y7" fmla="*/ 337 h 337"/>
              <a:gd name="p0x8" fmla="*/ 2095 w 2155"/>
              <a:gd name="p0y8" fmla="*/ 337 h 337"/>
              <a:gd name="p0x9" fmla="*/ 60 w 2155"/>
              <a:gd name="p0y9" fmla="*/ 337 h 337"/>
              <a:gd name="p0x10" fmla="*/ 26 w 2155"/>
              <a:gd name="p0y10" fmla="*/ 337 h 337"/>
              <a:gd name="p0x11" fmla="*/ 0 w 2155"/>
              <a:gd name="p0y11" fmla="*/ 310 h 337"/>
              <a:gd name="p0x12" fmla="*/ 0 w 2155"/>
              <a:gd name="p0y12" fmla="*/ 277 h 337"/>
              <a:gd name="p0x13" fmla="*/ 0 w 2155"/>
              <a:gd name="p0y13" fmla="*/ 60 h 337"/>
              <a:gd name="p0x14" fmla="*/ 0 w 2155"/>
              <a:gd name="p0y14" fmla="*/ 26 h 337"/>
              <a:gd name="p0x15" fmla="*/ 26 w 2155"/>
              <a:gd name="p0y15" fmla="*/ 0 h 337"/>
              <a:gd name="p0x16" fmla="*/ 60 w 2155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8" name="文本框 137"/>
          <p:cNvSpPr txBox="1"/>
          <p:nvPr>
            <p:custDataLst>
              <p:tags r:id="rId44"/>
            </p:custDataLst>
          </p:nvPr>
        </p:nvSpPr>
        <p:spPr>
          <a:xfrm>
            <a:off x="4505776" y="3626209"/>
            <a:ext cx="1207084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LearningPathAgent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4" name="任意多边形 103"/>
          <p:cNvSpPr/>
          <p:nvPr>
            <p:custDataLst>
              <p:tags r:id="rId45"/>
            </p:custDataLst>
          </p:nvPr>
        </p:nvSpPr>
        <p:spPr>
          <a:xfrm>
            <a:off x="3327104" y="4153415"/>
            <a:ext cx="7705321" cy="749010"/>
          </a:xfrm>
          <a:custGeom>
            <a:avLst/>
            <a:gdLst>
              <a:gd name="sw" fmla="*/ 1 w 13569"/>
              <a:gd name="sh" fmla="*/ 1 h 1319"/>
              <a:gd name="mins" fmla="min sw sh"/>
              <a:gd name="dsw" fmla="+- 0 sw mins"/>
              <a:gd name="dsh" fmla="+- 0 sh mins"/>
              <a:gd name="p0x0" fmla="*/ 120 w 13569"/>
              <a:gd name="p0y0" fmla="*/ 0 h 1319"/>
              <a:gd name="p0x1" fmla="*/ 13449 w 13569"/>
              <a:gd name="p0y1" fmla="*/ 0 h 1319"/>
              <a:gd name="p0x2" fmla="*/ 13515 w 13569"/>
              <a:gd name="p0y2" fmla="*/ 0 h 1319"/>
              <a:gd name="p0x3" fmla="*/ 13569 w 13569"/>
              <a:gd name="p0y3" fmla="*/ 53 h 1319"/>
              <a:gd name="p0x4" fmla="*/ 13569 w 13569"/>
              <a:gd name="p0y4" fmla="*/ 120 h 1319"/>
              <a:gd name="p0x5" fmla="*/ 13569 w 13569"/>
              <a:gd name="p0y5" fmla="*/ 1199 h 1319"/>
              <a:gd name="p0x6" fmla="*/ 13569 w 13569"/>
              <a:gd name="p0y6" fmla="*/ 1265 h 1319"/>
              <a:gd name="p0x7" fmla="*/ 13515 w 13569"/>
              <a:gd name="p0y7" fmla="*/ 1319 h 1319"/>
              <a:gd name="p0x8" fmla="*/ 13449 w 13569"/>
              <a:gd name="p0y8" fmla="*/ 1319 h 1319"/>
              <a:gd name="p0x9" fmla="*/ 120 w 13569"/>
              <a:gd name="p0y9" fmla="*/ 1319 h 1319"/>
              <a:gd name="p0x10" fmla="*/ 53 w 13569"/>
              <a:gd name="p0y10" fmla="*/ 1319 h 1319"/>
              <a:gd name="p0x11" fmla="*/ 0 w 13569"/>
              <a:gd name="p0y11" fmla="*/ 1265 h 1319"/>
              <a:gd name="p0x12" fmla="*/ 0 w 13569"/>
              <a:gd name="p0y12" fmla="*/ 1199 h 1319"/>
              <a:gd name="p0x13" fmla="*/ 0 w 13569"/>
              <a:gd name="p0y13" fmla="*/ 120 h 1319"/>
              <a:gd name="p0x14" fmla="*/ 0 w 13569"/>
              <a:gd name="p0y14" fmla="*/ 53 h 1319"/>
              <a:gd name="p0x15" fmla="*/ 53 w 13569"/>
              <a:gd name="p0y15" fmla="*/ 0 h 1319"/>
              <a:gd name="p0x16" fmla="*/ 120 w 13569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9" name="文本框 138"/>
          <p:cNvSpPr txBox="1"/>
          <p:nvPr>
            <p:custDataLst>
              <p:tags r:id="rId46"/>
            </p:custDataLst>
          </p:nvPr>
        </p:nvSpPr>
        <p:spPr>
          <a:xfrm>
            <a:off x="3501989" y="4226195"/>
            <a:ext cx="7356104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lang="en-US"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Tutor · AI</a:t>
            </a:r>
            <a:r>
              <a:rPr lang="zh-CN"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辅导</a:t>
            </a:r>
            <a:endParaRPr lang="zh-CN"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5" name="任意多边形 104"/>
          <p:cNvSpPr/>
          <p:nvPr>
            <p:custDataLst>
              <p:tags r:id="rId47"/>
            </p:custDataLst>
          </p:nvPr>
        </p:nvSpPr>
        <p:spPr>
          <a:xfrm>
            <a:off x="3501438" y="4434506"/>
            <a:ext cx="764342" cy="191937"/>
          </a:xfrm>
          <a:custGeom>
            <a:avLst/>
            <a:gdLst>
              <a:gd name="sw" fmla="*/ 1 w 1345"/>
              <a:gd name="sh" fmla="*/ 1 h 337"/>
              <a:gd name="mins" fmla="min sw sh"/>
              <a:gd name="dsw" fmla="+- 0 sw mins"/>
              <a:gd name="dsh" fmla="+- 0 sh mins"/>
              <a:gd name="p0x0" fmla="*/ 60 w 1345"/>
              <a:gd name="p0y0" fmla="*/ 0 h 337"/>
              <a:gd name="p0x1" fmla="*/ 1285 w 1345"/>
              <a:gd name="p0y1" fmla="*/ 0 h 337"/>
              <a:gd name="p0x2" fmla="*/ 1318 w 1345"/>
              <a:gd name="p0y2" fmla="*/ 0 h 337"/>
              <a:gd name="p0x3" fmla="*/ 1345 w 1345"/>
              <a:gd name="p0y3" fmla="*/ 26 h 337"/>
              <a:gd name="p0x4" fmla="*/ 1345 w 1345"/>
              <a:gd name="p0y4" fmla="*/ 60 h 337"/>
              <a:gd name="p0x5" fmla="*/ 1345 w 1345"/>
              <a:gd name="p0y5" fmla="*/ 277 h 337"/>
              <a:gd name="p0x6" fmla="*/ 1345 w 1345"/>
              <a:gd name="p0y6" fmla="*/ 310 h 337"/>
              <a:gd name="p0x7" fmla="*/ 1318 w 1345"/>
              <a:gd name="p0y7" fmla="*/ 337 h 337"/>
              <a:gd name="p0x8" fmla="*/ 1285 w 1345"/>
              <a:gd name="p0y8" fmla="*/ 337 h 337"/>
              <a:gd name="p0x9" fmla="*/ 60 w 1345"/>
              <a:gd name="p0y9" fmla="*/ 337 h 337"/>
              <a:gd name="p0x10" fmla="*/ 26 w 1345"/>
              <a:gd name="p0y10" fmla="*/ 337 h 337"/>
              <a:gd name="p0x11" fmla="*/ 0 w 1345"/>
              <a:gd name="p0y11" fmla="*/ 310 h 337"/>
              <a:gd name="p0x12" fmla="*/ 0 w 1345"/>
              <a:gd name="p0y12" fmla="*/ 277 h 337"/>
              <a:gd name="p0x13" fmla="*/ 0 w 1345"/>
              <a:gd name="p0y13" fmla="*/ 60 h 337"/>
              <a:gd name="p0x14" fmla="*/ 0 w 1345"/>
              <a:gd name="p0y14" fmla="*/ 26 h 337"/>
              <a:gd name="p0x15" fmla="*/ 26 w 1345"/>
              <a:gd name="p0y15" fmla="*/ 0 h 337"/>
              <a:gd name="p0x16" fmla="*/ 60 w 1345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0" name="文本框 139"/>
          <p:cNvSpPr txBox="1"/>
          <p:nvPr>
            <p:custDataLst>
              <p:tags r:id="rId48"/>
            </p:custDataLst>
          </p:nvPr>
        </p:nvSpPr>
        <p:spPr>
          <a:xfrm>
            <a:off x="3570132" y="4451920"/>
            <a:ext cx="747048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TutorAgent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6" name="任意多边形 105"/>
          <p:cNvSpPr/>
          <p:nvPr>
            <p:custDataLst>
              <p:tags r:id="rId49"/>
            </p:custDataLst>
          </p:nvPr>
        </p:nvSpPr>
        <p:spPr>
          <a:xfrm>
            <a:off x="4299852" y="4434506"/>
            <a:ext cx="1106195" cy="191937"/>
          </a:xfrm>
          <a:custGeom>
            <a:avLst/>
            <a:gdLst>
              <a:gd name="sw" fmla="*/ 1 w 1948"/>
              <a:gd name="sh" fmla="*/ 1 h 337"/>
              <a:gd name="mins" fmla="min sw sh"/>
              <a:gd name="dsw" fmla="+- 0 sw mins"/>
              <a:gd name="dsh" fmla="+- 0 sh mins"/>
              <a:gd name="p0x0" fmla="*/ 60 w 1948"/>
              <a:gd name="p0y0" fmla="*/ 0 h 337"/>
              <a:gd name="p0x1" fmla="*/ 1888 w 1948"/>
              <a:gd name="p0y1" fmla="*/ 0 h 337"/>
              <a:gd name="p0x2" fmla="*/ 1921 w 1948"/>
              <a:gd name="p0y2" fmla="*/ 0 h 337"/>
              <a:gd name="p0x3" fmla="*/ 1948 w 1948"/>
              <a:gd name="p0y3" fmla="*/ 26 h 337"/>
              <a:gd name="p0x4" fmla="*/ 1948 w 1948"/>
              <a:gd name="p0y4" fmla="*/ 60 h 337"/>
              <a:gd name="p0x5" fmla="*/ 1948 w 1948"/>
              <a:gd name="p0y5" fmla="*/ 277 h 337"/>
              <a:gd name="p0x6" fmla="*/ 1948 w 1948"/>
              <a:gd name="p0y6" fmla="*/ 310 h 337"/>
              <a:gd name="p0x7" fmla="*/ 1921 w 1948"/>
              <a:gd name="p0y7" fmla="*/ 337 h 337"/>
              <a:gd name="p0x8" fmla="*/ 1888 w 1948"/>
              <a:gd name="p0y8" fmla="*/ 337 h 337"/>
              <a:gd name="p0x9" fmla="*/ 60 w 1948"/>
              <a:gd name="p0y9" fmla="*/ 337 h 337"/>
              <a:gd name="p0x10" fmla="*/ 26 w 1948"/>
              <a:gd name="p0y10" fmla="*/ 337 h 337"/>
              <a:gd name="p0x11" fmla="*/ 0 w 1948"/>
              <a:gd name="p0y11" fmla="*/ 310 h 337"/>
              <a:gd name="p0x12" fmla="*/ 0 w 1948"/>
              <a:gd name="p0y12" fmla="*/ 277 h 337"/>
              <a:gd name="p0x13" fmla="*/ 0 w 1948"/>
              <a:gd name="p0y13" fmla="*/ 60 h 337"/>
              <a:gd name="p0x14" fmla="*/ 0 w 1948"/>
              <a:gd name="p0y14" fmla="*/ 26 h 337"/>
              <a:gd name="p0x15" fmla="*/ 26 w 1948"/>
              <a:gd name="p0y15" fmla="*/ 0 h 337"/>
              <a:gd name="p0x16" fmla="*/ 60 w 1948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1" name="文本框 140"/>
          <p:cNvSpPr txBox="1"/>
          <p:nvPr>
            <p:custDataLst>
              <p:tags r:id="rId50"/>
            </p:custDataLst>
          </p:nvPr>
        </p:nvSpPr>
        <p:spPr>
          <a:xfrm>
            <a:off x="4368288" y="4451920"/>
            <a:ext cx="1089367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OjAssistantAgent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7" name="任意多边形 106"/>
          <p:cNvSpPr/>
          <p:nvPr>
            <p:custDataLst>
              <p:tags r:id="rId51"/>
            </p:custDataLst>
          </p:nvPr>
        </p:nvSpPr>
        <p:spPr>
          <a:xfrm>
            <a:off x="5440119" y="4434506"/>
            <a:ext cx="1143674" cy="191937"/>
          </a:xfrm>
          <a:custGeom>
            <a:avLst/>
            <a:gdLst>
              <a:gd name="sw" fmla="*/ 1 w 2013"/>
              <a:gd name="sh" fmla="*/ 1 h 337"/>
              <a:gd name="mins" fmla="min sw sh"/>
              <a:gd name="dsw" fmla="+- 0 sw mins"/>
              <a:gd name="dsh" fmla="+- 0 sh mins"/>
              <a:gd name="p0x0" fmla="*/ 60 w 2013"/>
              <a:gd name="p0y0" fmla="*/ 0 h 337"/>
              <a:gd name="p0x1" fmla="*/ 1953 w 2013"/>
              <a:gd name="p0y1" fmla="*/ 0 h 337"/>
              <a:gd name="p0x2" fmla="*/ 1986 w 2013"/>
              <a:gd name="p0y2" fmla="*/ 0 h 337"/>
              <a:gd name="p0x3" fmla="*/ 2013 w 2013"/>
              <a:gd name="p0y3" fmla="*/ 26 h 337"/>
              <a:gd name="p0x4" fmla="*/ 2013 w 2013"/>
              <a:gd name="p0y4" fmla="*/ 60 h 337"/>
              <a:gd name="p0x5" fmla="*/ 2013 w 2013"/>
              <a:gd name="p0y5" fmla="*/ 277 h 337"/>
              <a:gd name="p0x6" fmla="*/ 2013 w 2013"/>
              <a:gd name="p0y6" fmla="*/ 310 h 337"/>
              <a:gd name="p0x7" fmla="*/ 1986 w 2013"/>
              <a:gd name="p0y7" fmla="*/ 337 h 337"/>
              <a:gd name="p0x8" fmla="*/ 1953 w 2013"/>
              <a:gd name="p0y8" fmla="*/ 337 h 337"/>
              <a:gd name="p0x9" fmla="*/ 60 w 2013"/>
              <a:gd name="p0y9" fmla="*/ 337 h 337"/>
              <a:gd name="p0x10" fmla="*/ 26 w 2013"/>
              <a:gd name="p0y10" fmla="*/ 337 h 337"/>
              <a:gd name="p0x11" fmla="*/ 0 w 2013"/>
              <a:gd name="p0y11" fmla="*/ 310 h 337"/>
              <a:gd name="p0x12" fmla="*/ 0 w 2013"/>
              <a:gd name="p0y12" fmla="*/ 277 h 337"/>
              <a:gd name="p0x13" fmla="*/ 0 w 2013"/>
              <a:gd name="p0y13" fmla="*/ 60 h 337"/>
              <a:gd name="p0x14" fmla="*/ 0 w 2013"/>
              <a:gd name="p0y14" fmla="*/ 26 h 337"/>
              <a:gd name="p0x15" fmla="*/ 26 w 2013"/>
              <a:gd name="p0y15" fmla="*/ 0 h 337"/>
              <a:gd name="p0x16" fmla="*/ 60 w 2013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2" name="文本框 141"/>
          <p:cNvSpPr txBox="1"/>
          <p:nvPr>
            <p:custDataLst>
              <p:tags r:id="rId52"/>
            </p:custDataLst>
          </p:nvPr>
        </p:nvSpPr>
        <p:spPr>
          <a:xfrm>
            <a:off x="5508763" y="4451920"/>
            <a:ext cx="1126360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OjDiagnosisAgent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8" name="任意多边形 107"/>
          <p:cNvSpPr/>
          <p:nvPr>
            <p:custDataLst>
              <p:tags r:id="rId53"/>
            </p:custDataLst>
          </p:nvPr>
        </p:nvSpPr>
        <p:spPr>
          <a:xfrm>
            <a:off x="3327104" y="4979086"/>
            <a:ext cx="7705321" cy="749010"/>
          </a:xfrm>
          <a:custGeom>
            <a:avLst/>
            <a:gdLst>
              <a:gd name="sw" fmla="*/ 1 w 13569"/>
              <a:gd name="sh" fmla="*/ 1 h 1319"/>
              <a:gd name="mins" fmla="min sw sh"/>
              <a:gd name="dsw" fmla="+- 0 sw mins"/>
              <a:gd name="dsh" fmla="+- 0 sh mins"/>
              <a:gd name="p0x0" fmla="*/ 120 w 13569"/>
              <a:gd name="p0y0" fmla="*/ 0 h 1319"/>
              <a:gd name="p0x1" fmla="*/ 13449 w 13569"/>
              <a:gd name="p0y1" fmla="*/ 0 h 1319"/>
              <a:gd name="p0x2" fmla="*/ 13515 w 13569"/>
              <a:gd name="p0y2" fmla="*/ 0 h 1319"/>
              <a:gd name="p0x3" fmla="*/ 13569 w 13569"/>
              <a:gd name="p0y3" fmla="*/ 53 h 1319"/>
              <a:gd name="p0x4" fmla="*/ 13569 w 13569"/>
              <a:gd name="p0y4" fmla="*/ 120 h 1319"/>
              <a:gd name="p0x5" fmla="*/ 13569 w 13569"/>
              <a:gd name="p0y5" fmla="*/ 1199 h 1319"/>
              <a:gd name="p0x6" fmla="*/ 13569 w 13569"/>
              <a:gd name="p0y6" fmla="*/ 1265 h 1319"/>
              <a:gd name="p0x7" fmla="*/ 13515 w 13569"/>
              <a:gd name="p0y7" fmla="*/ 1319 h 1319"/>
              <a:gd name="p0x8" fmla="*/ 13449 w 13569"/>
              <a:gd name="p0y8" fmla="*/ 1319 h 1319"/>
              <a:gd name="p0x9" fmla="*/ 120 w 13569"/>
              <a:gd name="p0y9" fmla="*/ 1319 h 1319"/>
              <a:gd name="p0x10" fmla="*/ 53 w 13569"/>
              <a:gd name="p0y10" fmla="*/ 1319 h 1319"/>
              <a:gd name="p0x11" fmla="*/ 0 w 13569"/>
              <a:gd name="p0y11" fmla="*/ 1265 h 1319"/>
              <a:gd name="p0x12" fmla="*/ 0 w 13569"/>
              <a:gd name="p0y12" fmla="*/ 1199 h 1319"/>
              <a:gd name="p0x13" fmla="*/ 0 w 13569"/>
              <a:gd name="p0y13" fmla="*/ 120 h 1319"/>
              <a:gd name="p0x14" fmla="*/ 0 w 13569"/>
              <a:gd name="p0y14" fmla="*/ 53 h 1319"/>
              <a:gd name="p0x15" fmla="*/ 53 w 13569"/>
              <a:gd name="p0y15" fmla="*/ 0 h 1319"/>
              <a:gd name="p0x16" fmla="*/ 120 w 13569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3" name="文本框 142"/>
          <p:cNvSpPr txBox="1"/>
          <p:nvPr>
            <p:custDataLst>
              <p:tags r:id="rId54"/>
            </p:custDataLst>
          </p:nvPr>
        </p:nvSpPr>
        <p:spPr>
          <a:xfrm>
            <a:off x="3501989" y="5051898"/>
            <a:ext cx="7356104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lang="en-US"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Safety · </a:t>
            </a:r>
            <a:r>
              <a:rPr lang="zh-CN"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安全审计</a:t>
            </a:r>
            <a:endParaRPr lang="zh-CN"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9" name="任意多边形 108"/>
          <p:cNvSpPr/>
          <p:nvPr>
            <p:custDataLst>
              <p:tags r:id="rId55"/>
            </p:custDataLst>
          </p:nvPr>
        </p:nvSpPr>
        <p:spPr>
          <a:xfrm>
            <a:off x="3501438" y="5260178"/>
            <a:ext cx="1193646" cy="191937"/>
          </a:xfrm>
          <a:custGeom>
            <a:avLst/>
            <a:gdLst>
              <a:gd name="sw" fmla="*/ 1 w 2101"/>
              <a:gd name="sh" fmla="*/ 1 h 337"/>
              <a:gd name="mins" fmla="min sw sh"/>
              <a:gd name="dsw" fmla="+- 0 sw mins"/>
              <a:gd name="dsh" fmla="+- 0 sh mins"/>
              <a:gd name="p0x0" fmla="*/ 60 w 2101"/>
              <a:gd name="p0y0" fmla="*/ 0 h 337"/>
              <a:gd name="p0x1" fmla="*/ 2041 w 2101"/>
              <a:gd name="p0y1" fmla="*/ 0 h 337"/>
              <a:gd name="p0x2" fmla="*/ 2074 w 2101"/>
              <a:gd name="p0y2" fmla="*/ 0 h 337"/>
              <a:gd name="p0x3" fmla="*/ 2101 w 2101"/>
              <a:gd name="p0y3" fmla="*/ 26 h 337"/>
              <a:gd name="p0x4" fmla="*/ 2101 w 2101"/>
              <a:gd name="p0y4" fmla="*/ 60 h 337"/>
              <a:gd name="p0x5" fmla="*/ 2101 w 2101"/>
              <a:gd name="p0y5" fmla="*/ 277 h 337"/>
              <a:gd name="p0x6" fmla="*/ 2101 w 2101"/>
              <a:gd name="p0y6" fmla="*/ 310 h 337"/>
              <a:gd name="p0x7" fmla="*/ 2074 w 2101"/>
              <a:gd name="p0y7" fmla="*/ 337 h 337"/>
              <a:gd name="p0x8" fmla="*/ 2041 w 2101"/>
              <a:gd name="p0y8" fmla="*/ 337 h 337"/>
              <a:gd name="p0x9" fmla="*/ 60 w 2101"/>
              <a:gd name="p0y9" fmla="*/ 337 h 337"/>
              <a:gd name="p0x10" fmla="*/ 26 w 2101"/>
              <a:gd name="p0y10" fmla="*/ 337 h 337"/>
              <a:gd name="p0x11" fmla="*/ 0 w 2101"/>
              <a:gd name="p0y11" fmla="*/ 310 h 337"/>
              <a:gd name="p0x12" fmla="*/ 0 w 2101"/>
              <a:gd name="p0y12" fmla="*/ 277 h 337"/>
              <a:gd name="p0x13" fmla="*/ 0 w 2101"/>
              <a:gd name="p0y13" fmla="*/ 60 h 337"/>
              <a:gd name="p0x14" fmla="*/ 0 w 2101"/>
              <a:gd name="p0y14" fmla="*/ 26 h 337"/>
              <a:gd name="p0x15" fmla="*/ 26 w 2101"/>
              <a:gd name="p0y15" fmla="*/ 0 h 337"/>
              <a:gd name="p0x16" fmla="*/ 60 w 2101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4" name="文本框 143"/>
          <p:cNvSpPr txBox="1"/>
          <p:nvPr>
            <p:custDataLst>
              <p:tags r:id="rId56"/>
            </p:custDataLst>
          </p:nvPr>
        </p:nvSpPr>
        <p:spPr>
          <a:xfrm>
            <a:off x="3570132" y="5277622"/>
            <a:ext cx="1176207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ASTAnalyzerAgent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0" name="任意多边形 109"/>
          <p:cNvSpPr/>
          <p:nvPr>
            <p:custDataLst>
              <p:tags r:id="rId57"/>
            </p:custDataLst>
          </p:nvPr>
        </p:nvSpPr>
        <p:spPr>
          <a:xfrm>
            <a:off x="4729156" y="5260178"/>
            <a:ext cx="1318008" cy="191937"/>
          </a:xfrm>
          <a:custGeom>
            <a:avLst/>
            <a:gdLst>
              <a:gd name="sw" fmla="*/ 1 w 2320"/>
              <a:gd name="sh" fmla="*/ 1 h 337"/>
              <a:gd name="mins" fmla="min sw sh"/>
              <a:gd name="dsw" fmla="+- 0 sw mins"/>
              <a:gd name="dsh" fmla="+- 0 sh mins"/>
              <a:gd name="p0x0" fmla="*/ 60 w 2320"/>
              <a:gd name="p0y0" fmla="*/ 0 h 337"/>
              <a:gd name="p0x1" fmla="*/ 2260 w 2320"/>
              <a:gd name="p0y1" fmla="*/ 0 h 337"/>
              <a:gd name="p0x2" fmla="*/ 2294 w 2320"/>
              <a:gd name="p0y2" fmla="*/ 0 h 337"/>
              <a:gd name="p0x3" fmla="*/ 2320 w 2320"/>
              <a:gd name="p0y3" fmla="*/ 26 h 337"/>
              <a:gd name="p0x4" fmla="*/ 2320 w 2320"/>
              <a:gd name="p0y4" fmla="*/ 60 h 337"/>
              <a:gd name="p0x5" fmla="*/ 2320 w 2320"/>
              <a:gd name="p0y5" fmla="*/ 277 h 337"/>
              <a:gd name="p0x6" fmla="*/ 2320 w 2320"/>
              <a:gd name="p0y6" fmla="*/ 310 h 337"/>
              <a:gd name="p0x7" fmla="*/ 2294 w 2320"/>
              <a:gd name="p0y7" fmla="*/ 337 h 337"/>
              <a:gd name="p0x8" fmla="*/ 2260 w 2320"/>
              <a:gd name="p0y8" fmla="*/ 337 h 337"/>
              <a:gd name="p0x9" fmla="*/ 60 w 2320"/>
              <a:gd name="p0y9" fmla="*/ 337 h 337"/>
              <a:gd name="p0x10" fmla="*/ 26 w 2320"/>
              <a:gd name="p0y10" fmla="*/ 337 h 337"/>
              <a:gd name="p0x11" fmla="*/ 0 w 2320"/>
              <a:gd name="p0y11" fmla="*/ 310 h 337"/>
              <a:gd name="p0x12" fmla="*/ 0 w 2320"/>
              <a:gd name="p0y12" fmla="*/ 277 h 337"/>
              <a:gd name="p0x13" fmla="*/ 0 w 2320"/>
              <a:gd name="p0y13" fmla="*/ 60 h 337"/>
              <a:gd name="p0x14" fmla="*/ 0 w 2320"/>
              <a:gd name="p0y14" fmla="*/ 26 h 337"/>
              <a:gd name="p0x15" fmla="*/ 26 w 2320"/>
              <a:gd name="p0y15" fmla="*/ 0 h 337"/>
              <a:gd name="p0x16" fmla="*/ 60 w 2320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5" name="文本框 144"/>
          <p:cNvSpPr txBox="1"/>
          <p:nvPr>
            <p:custDataLst>
              <p:tags r:id="rId58"/>
            </p:custDataLst>
          </p:nvPr>
        </p:nvSpPr>
        <p:spPr>
          <a:xfrm>
            <a:off x="4797447" y="5277622"/>
            <a:ext cx="1300918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ContentVerifierAgent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1" name="任意多边形 110"/>
          <p:cNvSpPr/>
          <p:nvPr>
            <p:custDataLst>
              <p:tags r:id="rId59"/>
            </p:custDataLst>
          </p:nvPr>
        </p:nvSpPr>
        <p:spPr>
          <a:xfrm>
            <a:off x="6081236" y="5260178"/>
            <a:ext cx="836461" cy="191937"/>
          </a:xfrm>
          <a:custGeom>
            <a:avLst/>
            <a:gdLst>
              <a:gd name="sw" fmla="*/ 1 w 1473"/>
              <a:gd name="sh" fmla="*/ 1 h 337"/>
              <a:gd name="mins" fmla="min sw sh"/>
              <a:gd name="dsw" fmla="+- 0 sw mins"/>
              <a:gd name="dsh" fmla="+- 0 sh mins"/>
              <a:gd name="p0x0" fmla="*/ 60 w 1473"/>
              <a:gd name="p0y0" fmla="*/ 0 h 337"/>
              <a:gd name="p0x1" fmla="*/ 1413 w 1473"/>
              <a:gd name="p0y1" fmla="*/ 0 h 337"/>
              <a:gd name="p0x2" fmla="*/ 1446 w 1473"/>
              <a:gd name="p0y2" fmla="*/ 0 h 337"/>
              <a:gd name="p0x3" fmla="*/ 1473 w 1473"/>
              <a:gd name="p0y3" fmla="*/ 26 h 337"/>
              <a:gd name="p0x4" fmla="*/ 1473 w 1473"/>
              <a:gd name="p0y4" fmla="*/ 60 h 337"/>
              <a:gd name="p0x5" fmla="*/ 1473 w 1473"/>
              <a:gd name="p0y5" fmla="*/ 277 h 337"/>
              <a:gd name="p0x6" fmla="*/ 1473 w 1473"/>
              <a:gd name="p0y6" fmla="*/ 310 h 337"/>
              <a:gd name="p0x7" fmla="*/ 1446 w 1473"/>
              <a:gd name="p0y7" fmla="*/ 337 h 337"/>
              <a:gd name="p0x8" fmla="*/ 1413 w 1473"/>
              <a:gd name="p0y8" fmla="*/ 337 h 337"/>
              <a:gd name="p0x9" fmla="*/ 60 w 1473"/>
              <a:gd name="p0y9" fmla="*/ 337 h 337"/>
              <a:gd name="p0x10" fmla="*/ 26 w 1473"/>
              <a:gd name="p0y10" fmla="*/ 337 h 337"/>
              <a:gd name="p0x11" fmla="*/ 0 w 1473"/>
              <a:gd name="p0y11" fmla="*/ 310 h 337"/>
              <a:gd name="p0x12" fmla="*/ 0 w 1473"/>
              <a:gd name="p0y12" fmla="*/ 277 h 337"/>
              <a:gd name="p0x13" fmla="*/ 0 w 1473"/>
              <a:gd name="p0y13" fmla="*/ 60 h 337"/>
              <a:gd name="p0x14" fmla="*/ 0 w 1473"/>
              <a:gd name="p0y14" fmla="*/ 26 h 337"/>
              <a:gd name="p0x15" fmla="*/ 26 w 1473"/>
              <a:gd name="p0y15" fmla="*/ 0 h 337"/>
              <a:gd name="p0x16" fmla="*/ 60 w 1473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6" name="文本框 145"/>
          <p:cNvSpPr txBox="1"/>
          <p:nvPr>
            <p:custDataLst>
              <p:tags r:id="rId60"/>
            </p:custDataLst>
          </p:nvPr>
        </p:nvSpPr>
        <p:spPr>
          <a:xfrm>
            <a:off x="6149473" y="5277622"/>
            <a:ext cx="819655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SafetyAgent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2" name="任意多边形 111"/>
          <p:cNvSpPr/>
          <p:nvPr>
            <p:custDataLst>
              <p:tags r:id="rId61"/>
            </p:custDataLst>
          </p:nvPr>
        </p:nvSpPr>
        <p:spPr>
          <a:xfrm>
            <a:off x="6951768" y="5260178"/>
            <a:ext cx="1277122" cy="191937"/>
          </a:xfrm>
          <a:custGeom>
            <a:avLst/>
            <a:gdLst>
              <a:gd name="sw" fmla="*/ 1 w 2248"/>
              <a:gd name="sh" fmla="*/ 1 h 337"/>
              <a:gd name="mins" fmla="min sw sh"/>
              <a:gd name="dsw" fmla="+- 0 sw mins"/>
              <a:gd name="dsh" fmla="+- 0 sh mins"/>
              <a:gd name="p0x0" fmla="*/ 60 w 2248"/>
              <a:gd name="p0y0" fmla="*/ 0 h 337"/>
              <a:gd name="p0x1" fmla="*/ 2188 w 2248"/>
              <a:gd name="p0y1" fmla="*/ 0 h 337"/>
              <a:gd name="p0x2" fmla="*/ 2222 w 2248"/>
              <a:gd name="p0y2" fmla="*/ 0 h 337"/>
              <a:gd name="p0x3" fmla="*/ 2248 w 2248"/>
              <a:gd name="p0y3" fmla="*/ 26 h 337"/>
              <a:gd name="p0x4" fmla="*/ 2248 w 2248"/>
              <a:gd name="p0y4" fmla="*/ 60 h 337"/>
              <a:gd name="p0x5" fmla="*/ 2248 w 2248"/>
              <a:gd name="p0y5" fmla="*/ 277 h 337"/>
              <a:gd name="p0x6" fmla="*/ 2248 w 2248"/>
              <a:gd name="p0y6" fmla="*/ 310 h 337"/>
              <a:gd name="p0x7" fmla="*/ 2222 w 2248"/>
              <a:gd name="p0y7" fmla="*/ 337 h 337"/>
              <a:gd name="p0x8" fmla="*/ 2188 w 2248"/>
              <a:gd name="p0y8" fmla="*/ 337 h 337"/>
              <a:gd name="p0x9" fmla="*/ 60 w 2248"/>
              <a:gd name="p0y9" fmla="*/ 337 h 337"/>
              <a:gd name="p0x10" fmla="*/ 26 w 2248"/>
              <a:gd name="p0y10" fmla="*/ 337 h 337"/>
              <a:gd name="p0x11" fmla="*/ 0 w 2248"/>
              <a:gd name="p0y11" fmla="*/ 310 h 337"/>
              <a:gd name="p0x12" fmla="*/ 0 w 2248"/>
              <a:gd name="p0y12" fmla="*/ 277 h 337"/>
              <a:gd name="p0x13" fmla="*/ 0 w 2248"/>
              <a:gd name="p0y13" fmla="*/ 60 h 337"/>
              <a:gd name="p0x14" fmla="*/ 0 w 2248"/>
              <a:gd name="p0y14" fmla="*/ 26 h 337"/>
              <a:gd name="p0x15" fmla="*/ 26 w 2248"/>
              <a:gd name="p0y15" fmla="*/ 0 h 337"/>
              <a:gd name="p0x16" fmla="*/ 60 w 2248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7" name="文本框 146"/>
          <p:cNvSpPr txBox="1"/>
          <p:nvPr>
            <p:custDataLst>
              <p:tags r:id="rId62"/>
            </p:custDataLst>
          </p:nvPr>
        </p:nvSpPr>
        <p:spPr>
          <a:xfrm>
            <a:off x="7020227" y="5277622"/>
            <a:ext cx="1260057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KnowledgeRetriever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3" name="任意多边形 112"/>
          <p:cNvSpPr/>
          <p:nvPr>
            <p:custDataLst>
              <p:tags r:id="rId63"/>
            </p:custDataLst>
          </p:nvPr>
        </p:nvSpPr>
        <p:spPr>
          <a:xfrm>
            <a:off x="3327104" y="5804758"/>
            <a:ext cx="7705321" cy="749010"/>
          </a:xfrm>
          <a:custGeom>
            <a:avLst/>
            <a:gdLst>
              <a:gd name="sw" fmla="*/ 1 w 13569"/>
              <a:gd name="sh" fmla="*/ 1 h 1319"/>
              <a:gd name="mins" fmla="min sw sh"/>
              <a:gd name="dsw" fmla="+- 0 sw mins"/>
              <a:gd name="dsh" fmla="+- 0 sh mins"/>
              <a:gd name="p0x0" fmla="*/ 120 w 13569"/>
              <a:gd name="p0y0" fmla="*/ 0 h 1319"/>
              <a:gd name="p0x1" fmla="*/ 13449 w 13569"/>
              <a:gd name="p0y1" fmla="*/ 0 h 1319"/>
              <a:gd name="p0x2" fmla="*/ 13515 w 13569"/>
              <a:gd name="p0y2" fmla="*/ 0 h 1319"/>
              <a:gd name="p0x3" fmla="*/ 13569 w 13569"/>
              <a:gd name="p0y3" fmla="*/ 53 h 1319"/>
              <a:gd name="p0x4" fmla="*/ 13569 w 13569"/>
              <a:gd name="p0y4" fmla="*/ 120 h 1319"/>
              <a:gd name="p0x5" fmla="*/ 13569 w 13569"/>
              <a:gd name="p0y5" fmla="*/ 1199 h 1319"/>
              <a:gd name="p0x6" fmla="*/ 13569 w 13569"/>
              <a:gd name="p0y6" fmla="*/ 1265 h 1319"/>
              <a:gd name="p0x7" fmla="*/ 13515 w 13569"/>
              <a:gd name="p0y7" fmla="*/ 1319 h 1319"/>
              <a:gd name="p0x8" fmla="*/ 13449 w 13569"/>
              <a:gd name="p0y8" fmla="*/ 1319 h 1319"/>
              <a:gd name="p0x9" fmla="*/ 120 w 13569"/>
              <a:gd name="p0y9" fmla="*/ 1319 h 1319"/>
              <a:gd name="p0x10" fmla="*/ 53 w 13569"/>
              <a:gd name="p0y10" fmla="*/ 1319 h 1319"/>
              <a:gd name="p0x11" fmla="*/ 0 w 13569"/>
              <a:gd name="p0y11" fmla="*/ 1265 h 1319"/>
              <a:gd name="p0x12" fmla="*/ 0 w 13569"/>
              <a:gd name="p0y12" fmla="*/ 1199 h 1319"/>
              <a:gd name="p0x13" fmla="*/ 0 w 13569"/>
              <a:gd name="p0y13" fmla="*/ 120 h 1319"/>
              <a:gd name="p0x14" fmla="*/ 0 w 13569"/>
              <a:gd name="p0y14" fmla="*/ 53 h 1319"/>
              <a:gd name="p0x15" fmla="*/ 53 w 13569"/>
              <a:gd name="p0y15" fmla="*/ 0 h 1319"/>
              <a:gd name="p0x16" fmla="*/ 120 w 13569"/>
              <a:gd name="p0y16" fmla="*/ 0 h 13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8" name="文本框 147"/>
          <p:cNvSpPr txBox="1"/>
          <p:nvPr>
            <p:custDataLst>
              <p:tags r:id="rId64"/>
            </p:custDataLst>
          </p:nvPr>
        </p:nvSpPr>
        <p:spPr>
          <a:xfrm>
            <a:off x="3501989" y="5877609"/>
            <a:ext cx="7356104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lang="en-US"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Eval · </a:t>
            </a:r>
            <a:r>
              <a:rPr lang="zh-CN"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效果评估</a:t>
            </a:r>
            <a:endParaRPr lang="zh-CN"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14" name="任意多边形 113"/>
          <p:cNvSpPr/>
          <p:nvPr>
            <p:custDataLst>
              <p:tags r:id="rId65"/>
            </p:custDataLst>
          </p:nvPr>
        </p:nvSpPr>
        <p:spPr>
          <a:xfrm>
            <a:off x="3501438" y="6085849"/>
            <a:ext cx="1061334" cy="191937"/>
          </a:xfrm>
          <a:custGeom>
            <a:avLst/>
            <a:gdLst>
              <a:gd name="sw" fmla="*/ 1 w 1868"/>
              <a:gd name="sh" fmla="*/ 1 h 337"/>
              <a:gd name="mins" fmla="min sw sh"/>
              <a:gd name="dsw" fmla="+- 0 sw mins"/>
              <a:gd name="dsh" fmla="+- 0 sh mins"/>
              <a:gd name="p0x0" fmla="*/ 60 w 1868"/>
              <a:gd name="p0y0" fmla="*/ 0 h 337"/>
              <a:gd name="p0x1" fmla="*/ 1808 w 1868"/>
              <a:gd name="p0y1" fmla="*/ 0 h 337"/>
              <a:gd name="p0x2" fmla="*/ 1841 w 1868"/>
              <a:gd name="p0y2" fmla="*/ 0 h 337"/>
              <a:gd name="p0x3" fmla="*/ 1868 w 1868"/>
              <a:gd name="p0y3" fmla="*/ 26 h 337"/>
              <a:gd name="p0x4" fmla="*/ 1868 w 1868"/>
              <a:gd name="p0y4" fmla="*/ 60 h 337"/>
              <a:gd name="p0x5" fmla="*/ 1868 w 1868"/>
              <a:gd name="p0y5" fmla="*/ 277 h 337"/>
              <a:gd name="p0x6" fmla="*/ 1868 w 1868"/>
              <a:gd name="p0y6" fmla="*/ 310 h 337"/>
              <a:gd name="p0x7" fmla="*/ 1841 w 1868"/>
              <a:gd name="p0y7" fmla="*/ 337 h 337"/>
              <a:gd name="p0x8" fmla="*/ 1808 w 1868"/>
              <a:gd name="p0y8" fmla="*/ 337 h 337"/>
              <a:gd name="p0x9" fmla="*/ 60 w 1868"/>
              <a:gd name="p0y9" fmla="*/ 337 h 337"/>
              <a:gd name="p0x10" fmla="*/ 26 w 1868"/>
              <a:gd name="p0y10" fmla="*/ 337 h 337"/>
              <a:gd name="p0x11" fmla="*/ 0 w 1868"/>
              <a:gd name="p0y11" fmla="*/ 310 h 337"/>
              <a:gd name="p0x12" fmla="*/ 0 w 1868"/>
              <a:gd name="p0y12" fmla="*/ 277 h 337"/>
              <a:gd name="p0x13" fmla="*/ 0 w 1868"/>
              <a:gd name="p0y13" fmla="*/ 60 h 337"/>
              <a:gd name="p0x14" fmla="*/ 0 w 1868"/>
              <a:gd name="p0y14" fmla="*/ 26 h 337"/>
              <a:gd name="p0x15" fmla="*/ 26 w 1868"/>
              <a:gd name="p0y15" fmla="*/ 0 h 337"/>
              <a:gd name="p0x16" fmla="*/ 60 w 1868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9" name="文本框 148"/>
          <p:cNvSpPr txBox="1"/>
          <p:nvPr>
            <p:custDataLst>
              <p:tags r:id="rId66"/>
            </p:custDataLst>
          </p:nvPr>
        </p:nvSpPr>
        <p:spPr>
          <a:xfrm>
            <a:off x="3570132" y="6103334"/>
            <a:ext cx="1044180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EvaluationAgent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5" name="任意多边形 114"/>
          <p:cNvSpPr/>
          <p:nvPr>
            <p:custDataLst>
              <p:tags r:id="rId67"/>
            </p:custDataLst>
          </p:nvPr>
        </p:nvSpPr>
        <p:spPr>
          <a:xfrm>
            <a:off x="4596844" y="6085849"/>
            <a:ext cx="932430" cy="191937"/>
          </a:xfrm>
          <a:custGeom>
            <a:avLst/>
            <a:gdLst>
              <a:gd name="sw" fmla="*/ 1 w 1641"/>
              <a:gd name="sh" fmla="*/ 1 h 337"/>
              <a:gd name="mins" fmla="min sw sh"/>
              <a:gd name="dsw" fmla="+- 0 sw mins"/>
              <a:gd name="dsh" fmla="+- 0 sh mins"/>
              <a:gd name="p0x0" fmla="*/ 60 w 1641"/>
              <a:gd name="p0y0" fmla="*/ 0 h 337"/>
              <a:gd name="p0x1" fmla="*/ 1581 w 1641"/>
              <a:gd name="p0y1" fmla="*/ 0 h 337"/>
              <a:gd name="p0x2" fmla="*/ 1614 w 1641"/>
              <a:gd name="p0y2" fmla="*/ 0 h 337"/>
              <a:gd name="p0x3" fmla="*/ 1641 w 1641"/>
              <a:gd name="p0y3" fmla="*/ 26 h 337"/>
              <a:gd name="p0x4" fmla="*/ 1641 w 1641"/>
              <a:gd name="p0y4" fmla="*/ 60 h 337"/>
              <a:gd name="p0x5" fmla="*/ 1641 w 1641"/>
              <a:gd name="p0y5" fmla="*/ 277 h 337"/>
              <a:gd name="p0x6" fmla="*/ 1641 w 1641"/>
              <a:gd name="p0y6" fmla="*/ 310 h 337"/>
              <a:gd name="p0x7" fmla="*/ 1614 w 1641"/>
              <a:gd name="p0y7" fmla="*/ 337 h 337"/>
              <a:gd name="p0x8" fmla="*/ 1581 w 1641"/>
              <a:gd name="p0y8" fmla="*/ 337 h 337"/>
              <a:gd name="p0x9" fmla="*/ 60 w 1641"/>
              <a:gd name="p0y9" fmla="*/ 337 h 337"/>
              <a:gd name="p0x10" fmla="*/ 26 w 1641"/>
              <a:gd name="p0y10" fmla="*/ 337 h 337"/>
              <a:gd name="p0x11" fmla="*/ 0 w 1641"/>
              <a:gd name="p0y11" fmla="*/ 310 h 337"/>
              <a:gd name="p0x12" fmla="*/ 0 w 1641"/>
              <a:gd name="p0y12" fmla="*/ 277 h 337"/>
              <a:gd name="p0x13" fmla="*/ 0 w 1641"/>
              <a:gd name="p0y13" fmla="*/ 60 h 337"/>
              <a:gd name="p0x14" fmla="*/ 0 w 1641"/>
              <a:gd name="p0y14" fmla="*/ 26 h 337"/>
              <a:gd name="p0x15" fmla="*/ 26 w 1641"/>
              <a:gd name="p0y15" fmla="*/ 0 h 337"/>
              <a:gd name="p0x16" fmla="*/ 60 w 1641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0" name="文本框 149"/>
          <p:cNvSpPr txBox="1"/>
          <p:nvPr>
            <p:custDataLst>
              <p:tags r:id="rId68"/>
            </p:custDataLst>
          </p:nvPr>
        </p:nvSpPr>
        <p:spPr>
          <a:xfrm>
            <a:off x="4665419" y="6103334"/>
            <a:ext cx="915278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MasteryAgent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6" name="任意多边形 115"/>
          <p:cNvSpPr/>
          <p:nvPr>
            <p:custDataLst>
              <p:tags r:id="rId69"/>
            </p:custDataLst>
          </p:nvPr>
        </p:nvSpPr>
        <p:spPr>
          <a:xfrm>
            <a:off x="5563345" y="6085849"/>
            <a:ext cx="1006820" cy="191937"/>
          </a:xfrm>
          <a:custGeom>
            <a:avLst/>
            <a:gdLst>
              <a:gd name="sw" fmla="*/ 1 w 1773"/>
              <a:gd name="sh" fmla="*/ 1 h 337"/>
              <a:gd name="mins" fmla="min sw sh"/>
              <a:gd name="dsw" fmla="+- 0 sw mins"/>
              <a:gd name="dsh" fmla="+- 0 sh mins"/>
              <a:gd name="p0x0" fmla="*/ 60 w 1773"/>
              <a:gd name="p0y0" fmla="*/ 0 h 337"/>
              <a:gd name="p0x1" fmla="*/ 1713 w 1773"/>
              <a:gd name="p0y1" fmla="*/ 0 h 337"/>
              <a:gd name="p0x2" fmla="*/ 1746 w 1773"/>
              <a:gd name="p0y2" fmla="*/ 0 h 337"/>
              <a:gd name="p0x3" fmla="*/ 1773 w 1773"/>
              <a:gd name="p0y3" fmla="*/ 26 h 337"/>
              <a:gd name="p0x4" fmla="*/ 1773 w 1773"/>
              <a:gd name="p0y4" fmla="*/ 60 h 337"/>
              <a:gd name="p0x5" fmla="*/ 1773 w 1773"/>
              <a:gd name="p0y5" fmla="*/ 277 h 337"/>
              <a:gd name="p0x6" fmla="*/ 1773 w 1773"/>
              <a:gd name="p0y6" fmla="*/ 310 h 337"/>
              <a:gd name="p0x7" fmla="*/ 1746 w 1773"/>
              <a:gd name="p0y7" fmla="*/ 337 h 337"/>
              <a:gd name="p0x8" fmla="*/ 1713 w 1773"/>
              <a:gd name="p0y8" fmla="*/ 337 h 337"/>
              <a:gd name="p0x9" fmla="*/ 60 w 1773"/>
              <a:gd name="p0y9" fmla="*/ 337 h 337"/>
              <a:gd name="p0x10" fmla="*/ 26 w 1773"/>
              <a:gd name="p0y10" fmla="*/ 337 h 337"/>
              <a:gd name="p0x11" fmla="*/ 0 w 1773"/>
              <a:gd name="p0y11" fmla="*/ 310 h 337"/>
              <a:gd name="p0x12" fmla="*/ 0 w 1773"/>
              <a:gd name="p0y12" fmla="*/ 277 h 337"/>
              <a:gd name="p0x13" fmla="*/ 0 w 1773"/>
              <a:gd name="p0y13" fmla="*/ 60 h 337"/>
              <a:gd name="p0x14" fmla="*/ 0 w 1773"/>
              <a:gd name="p0y14" fmla="*/ 26 h 337"/>
              <a:gd name="p0x15" fmla="*/ 26 w 1773"/>
              <a:gd name="p0y15" fmla="*/ 0 h 337"/>
              <a:gd name="p0x16" fmla="*/ 60 w 1773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1" name="文本框 150"/>
          <p:cNvSpPr txBox="1"/>
          <p:nvPr>
            <p:custDataLst>
              <p:tags r:id="rId70"/>
            </p:custDataLst>
          </p:nvPr>
        </p:nvSpPr>
        <p:spPr>
          <a:xfrm>
            <a:off x="5631804" y="6103334"/>
            <a:ext cx="989810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EvaluatorAgent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7" name="任意多边形 116"/>
          <p:cNvSpPr/>
          <p:nvPr>
            <p:custDataLst>
              <p:tags r:id="rId71"/>
            </p:custDataLst>
          </p:nvPr>
        </p:nvSpPr>
        <p:spPr>
          <a:xfrm>
            <a:off x="6604237" y="6085849"/>
            <a:ext cx="672917" cy="191937"/>
          </a:xfrm>
          <a:custGeom>
            <a:avLst/>
            <a:gdLst>
              <a:gd name="sw" fmla="*/ 1 w 1185"/>
              <a:gd name="sh" fmla="*/ 1 h 337"/>
              <a:gd name="mins" fmla="min sw sh"/>
              <a:gd name="dsw" fmla="+- 0 sw mins"/>
              <a:gd name="dsh" fmla="+- 0 sh mins"/>
              <a:gd name="p0x0" fmla="*/ 60 w 1185"/>
              <a:gd name="p0y0" fmla="*/ 0 h 337"/>
              <a:gd name="p0x1" fmla="*/ 1125 w 1185"/>
              <a:gd name="p0y1" fmla="*/ 0 h 337"/>
              <a:gd name="p0x2" fmla="*/ 1158 w 1185"/>
              <a:gd name="p0y2" fmla="*/ 0 h 337"/>
              <a:gd name="p0x3" fmla="*/ 1185 w 1185"/>
              <a:gd name="p0y3" fmla="*/ 26 h 337"/>
              <a:gd name="p0x4" fmla="*/ 1185 w 1185"/>
              <a:gd name="p0y4" fmla="*/ 60 h 337"/>
              <a:gd name="p0x5" fmla="*/ 1185 w 1185"/>
              <a:gd name="p0y5" fmla="*/ 277 h 337"/>
              <a:gd name="p0x6" fmla="*/ 1185 w 1185"/>
              <a:gd name="p0y6" fmla="*/ 310 h 337"/>
              <a:gd name="p0x7" fmla="*/ 1158 w 1185"/>
              <a:gd name="p0y7" fmla="*/ 337 h 337"/>
              <a:gd name="p0x8" fmla="*/ 1125 w 1185"/>
              <a:gd name="p0y8" fmla="*/ 337 h 337"/>
              <a:gd name="p0x9" fmla="*/ 60 w 1185"/>
              <a:gd name="p0y9" fmla="*/ 337 h 337"/>
              <a:gd name="p0x10" fmla="*/ 26 w 1185"/>
              <a:gd name="p0y10" fmla="*/ 337 h 337"/>
              <a:gd name="p0x11" fmla="*/ 0 w 1185"/>
              <a:gd name="p0y11" fmla="*/ 310 h 337"/>
              <a:gd name="p0x12" fmla="*/ 0 w 1185"/>
              <a:gd name="p0y12" fmla="*/ 277 h 337"/>
              <a:gd name="p0x13" fmla="*/ 0 w 1185"/>
              <a:gd name="p0y13" fmla="*/ 60 h 337"/>
              <a:gd name="p0x14" fmla="*/ 0 w 1185"/>
              <a:gd name="p0y14" fmla="*/ 26 h 337"/>
              <a:gd name="p0x15" fmla="*/ 26 w 1185"/>
              <a:gd name="p0y15" fmla="*/ 0 h 337"/>
              <a:gd name="p0x16" fmla="*/ 60 w 1185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3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2" name="文本框 151"/>
          <p:cNvSpPr txBox="1"/>
          <p:nvPr>
            <p:custDataLst>
              <p:tags r:id="rId72"/>
            </p:custDataLst>
          </p:nvPr>
        </p:nvSpPr>
        <p:spPr>
          <a:xfrm>
            <a:off x="6672721" y="6103334"/>
            <a:ext cx="655949" cy="144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/>
            <a:r>
              <a:rPr sz="10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EventBus</a:t>
            </a:r>
            <a:endParaRPr sz="10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</p:spTree>
    <p:custDataLst>
      <p:tags r:id="rId7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5" name="图片 8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</a:rPr>
              <a:t>智能体如何创造教育价值？</a:t>
            </a:r>
            <a:endParaRPr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"/>
            </p:custDataLst>
          </p:nvPr>
        </p:nvSpPr>
        <p:spPr>
          <a:xfrm>
            <a:off x="605341" y="1219200"/>
            <a:ext cx="3502727" cy="2548874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6"/>
            </p:custDataLst>
          </p:nvPr>
        </p:nvSpPr>
        <p:spPr>
          <a:xfrm>
            <a:off x="799901" y="1955752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7500" t="-5278" r="-7500" b="-5278"/>
          <a:stretch>
            <a:fillRect/>
          </a:stretch>
        </p:blipFill>
        <p:spPr>
          <a:xfrm>
            <a:off x="899077" y="2035977"/>
            <a:ext cx="217933" cy="251413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10"/>
            </p:custDataLst>
          </p:nvPr>
        </p:nvSpPr>
        <p:spPr>
          <a:xfrm>
            <a:off x="1330522" y="1888505"/>
            <a:ext cx="1137120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精准画像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1"/>
            </p:custDataLst>
          </p:nvPr>
        </p:nvSpPr>
        <p:spPr>
          <a:xfrm>
            <a:off x="1330522" y="2225828"/>
            <a:ext cx="1061317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知道学生是谁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12"/>
            </p:custDataLst>
          </p:nvPr>
        </p:nvSpPr>
        <p:spPr>
          <a:xfrm>
            <a:off x="799901" y="2523355"/>
            <a:ext cx="3114212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en-US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ProfilingAgent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通过对话式交互，自动构建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6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维学生画像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13"/>
            </p:custDataLst>
          </p:nvPr>
        </p:nvSpPr>
        <p:spPr>
          <a:xfrm>
            <a:off x="4344952" y="1219200"/>
            <a:ext cx="3502727" cy="2548874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14"/>
            </p:custDataLst>
          </p:nvPr>
        </p:nvSpPr>
        <p:spPr>
          <a:xfrm>
            <a:off x="4538881" y="1955752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624160" y="2035977"/>
            <a:ext cx="246360" cy="251413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18"/>
            </p:custDataLst>
          </p:nvPr>
        </p:nvSpPr>
        <p:spPr>
          <a:xfrm>
            <a:off x="5070108" y="1888505"/>
            <a:ext cx="1137120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智能路径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9"/>
            </p:custDataLst>
          </p:nvPr>
        </p:nvSpPr>
        <p:spPr>
          <a:xfrm>
            <a:off x="5070108" y="2225828"/>
            <a:ext cx="90971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知道学什么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20"/>
            </p:custDataLst>
          </p:nvPr>
        </p:nvSpPr>
        <p:spPr>
          <a:xfrm>
            <a:off x="4539487" y="2523355"/>
            <a:ext cx="3114212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en-US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PlannerAgent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基于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DAG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拓扑排序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+LLM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润色，个性化学习路径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21"/>
            </p:custDataLst>
          </p:nvPr>
        </p:nvSpPr>
        <p:spPr>
          <a:xfrm>
            <a:off x="8084564" y="1219200"/>
            <a:ext cx="3502727" cy="2548874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22"/>
            </p:custDataLst>
          </p:nvPr>
        </p:nvSpPr>
        <p:spPr>
          <a:xfrm>
            <a:off x="8278493" y="1955752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1404" t="-3067" r="-1404" b="-3067"/>
          <a:stretch>
            <a:fillRect/>
          </a:stretch>
        </p:blipFill>
        <p:spPr>
          <a:xfrm>
            <a:off x="8394724" y="2035977"/>
            <a:ext cx="185086" cy="251413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26"/>
            </p:custDataLst>
          </p:nvPr>
        </p:nvSpPr>
        <p:spPr>
          <a:xfrm>
            <a:off x="8809694" y="1888505"/>
            <a:ext cx="1137120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按需生成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27"/>
            </p:custDataLst>
          </p:nvPr>
        </p:nvSpPr>
        <p:spPr>
          <a:xfrm>
            <a:off x="8809694" y="2225828"/>
            <a:ext cx="909712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知道怎么学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28"/>
            </p:custDataLst>
          </p:nvPr>
        </p:nvSpPr>
        <p:spPr>
          <a:xfrm>
            <a:off x="8279074" y="2523355"/>
            <a:ext cx="3114212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8</a:t>
            </a:r>
            <a:r>
              <a:rPr 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个资源生成智能体按需产出讲义、导图、练习题、代码示例等</a:t>
            </a:r>
            <a:endParaRPr lang="zh-CN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29"/>
            </p:custDataLst>
          </p:nvPr>
        </p:nvSpPr>
        <p:spPr>
          <a:xfrm>
            <a:off x="605341" y="4004958"/>
            <a:ext cx="3502727" cy="2548874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30"/>
            </p:custDataLst>
          </p:nvPr>
        </p:nvSpPr>
        <p:spPr>
          <a:xfrm>
            <a:off x="799901" y="4741510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72" name="图片 71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6795" t="-1026" r="-6795" b="-1026"/>
          <a:stretch>
            <a:fillRect/>
          </a:stretch>
        </p:blipFill>
        <p:spPr>
          <a:xfrm>
            <a:off x="868124" y="4821735"/>
            <a:ext cx="279839" cy="251413"/>
          </a:xfrm>
          <a:prstGeom prst="rect">
            <a:avLst/>
          </a:prstGeom>
        </p:spPr>
      </p:pic>
      <p:sp>
        <p:nvSpPr>
          <p:cNvPr id="73" name="文本框 72"/>
          <p:cNvSpPr txBox="1"/>
          <p:nvPr>
            <p:custDataLst>
              <p:tags r:id="rId34"/>
            </p:custDataLst>
          </p:nvPr>
        </p:nvSpPr>
        <p:spPr>
          <a:xfrm>
            <a:off x="1330522" y="4674263"/>
            <a:ext cx="1137120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深度诊断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35"/>
            </p:custDataLst>
          </p:nvPr>
        </p:nvSpPr>
        <p:spPr>
          <a:xfrm>
            <a:off x="1330522" y="5011586"/>
            <a:ext cx="90971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知道错在哪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36"/>
            </p:custDataLst>
          </p:nvPr>
        </p:nvSpPr>
        <p:spPr>
          <a:xfrm>
            <a:off x="799901" y="5309113"/>
            <a:ext cx="3114212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en-US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OjDiagnosisAgent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执行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8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步诊断管线，从边界用例到修复建议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37"/>
            </p:custDataLst>
          </p:nvPr>
        </p:nvSpPr>
        <p:spPr>
          <a:xfrm>
            <a:off x="4344952" y="4004958"/>
            <a:ext cx="3502727" cy="2548874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38"/>
            </p:custDataLst>
          </p:nvPr>
        </p:nvSpPr>
        <p:spPr>
          <a:xfrm>
            <a:off x="4538881" y="4741510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76" name="图片 75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4624160" y="4821735"/>
            <a:ext cx="246360" cy="251413"/>
          </a:xfrm>
          <a:prstGeom prst="rect">
            <a:avLst/>
          </a:prstGeom>
        </p:spPr>
      </p:pic>
      <p:sp>
        <p:nvSpPr>
          <p:cNvPr id="77" name="文本框 76"/>
          <p:cNvSpPr txBox="1"/>
          <p:nvPr>
            <p:custDataLst>
              <p:tags r:id="rId42"/>
            </p:custDataLst>
          </p:nvPr>
        </p:nvSpPr>
        <p:spPr>
          <a:xfrm>
            <a:off x="5070108" y="4674263"/>
            <a:ext cx="1137120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安全守护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43"/>
            </p:custDataLst>
          </p:nvPr>
        </p:nvSpPr>
        <p:spPr>
          <a:xfrm>
            <a:off x="5070108" y="5011586"/>
            <a:ext cx="1061317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知道是否可信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44"/>
            </p:custDataLst>
          </p:nvPr>
        </p:nvSpPr>
        <p:spPr>
          <a:xfrm>
            <a:off x="4539487" y="5309113"/>
            <a:ext cx="3114212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三层防护确保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AI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生成内容的准确性和安全性，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Fail-closed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策略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45"/>
            </p:custDataLst>
          </p:nvPr>
        </p:nvSpPr>
        <p:spPr>
          <a:xfrm>
            <a:off x="8084564" y="4004958"/>
            <a:ext cx="3502727" cy="2548874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20 w 5544"/>
              <a:gd name="p0y0" fmla="*/ 0 h 4035"/>
              <a:gd name="p0x1" fmla="*/ 5424 w 5544"/>
              <a:gd name="p0y1" fmla="*/ 0 h 4035"/>
              <a:gd name="p0x2" fmla="*/ 5491 w 5544"/>
              <a:gd name="p0y2" fmla="*/ 0 h 4035"/>
              <a:gd name="p0x3" fmla="*/ 5544 w 5544"/>
              <a:gd name="p0y3" fmla="*/ 53 h 4035"/>
              <a:gd name="p0x4" fmla="*/ 5544 w 5544"/>
              <a:gd name="p0y4" fmla="*/ 120 h 4035"/>
              <a:gd name="p0x5" fmla="*/ 5544 w 5544"/>
              <a:gd name="p0y5" fmla="*/ 3915 h 4035"/>
              <a:gd name="p0x6" fmla="*/ 5544 w 5544"/>
              <a:gd name="p0y6" fmla="*/ 3981 h 4035"/>
              <a:gd name="p0x7" fmla="*/ 5491 w 5544"/>
              <a:gd name="p0y7" fmla="*/ 4035 h 4035"/>
              <a:gd name="p0x8" fmla="*/ 5424 w 5544"/>
              <a:gd name="p0y8" fmla="*/ 4035 h 4035"/>
              <a:gd name="p0x9" fmla="*/ 120 w 5544"/>
              <a:gd name="p0y9" fmla="*/ 4035 h 4035"/>
              <a:gd name="p0x10" fmla="*/ 53 w 5544"/>
              <a:gd name="p0y10" fmla="*/ 4035 h 4035"/>
              <a:gd name="p0x11" fmla="*/ 0 w 5544"/>
              <a:gd name="p0y11" fmla="*/ 3981 h 4035"/>
              <a:gd name="p0x12" fmla="*/ 0 w 5544"/>
              <a:gd name="p0y12" fmla="*/ 3915 h 4035"/>
              <a:gd name="p0x13" fmla="*/ 0 w 5544"/>
              <a:gd name="p0y13" fmla="*/ 120 h 4035"/>
              <a:gd name="p0x14" fmla="*/ 0 w 5544"/>
              <a:gd name="p0y14" fmla="*/ 53 h 4035"/>
              <a:gd name="p0x15" fmla="*/ 53 w 5544"/>
              <a:gd name="p0y15" fmla="*/ 0 h 4035"/>
              <a:gd name="p0x16" fmla="*/ 12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46"/>
            </p:custDataLst>
          </p:nvPr>
        </p:nvSpPr>
        <p:spPr>
          <a:xfrm>
            <a:off x="8278493" y="4251317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80" name="图片 79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363771" y="4332174"/>
            <a:ext cx="246360" cy="250781"/>
          </a:xfrm>
          <a:prstGeom prst="rect">
            <a:avLst/>
          </a:prstGeom>
        </p:spPr>
      </p:pic>
      <p:sp>
        <p:nvSpPr>
          <p:cNvPr id="81" name="文本框 80"/>
          <p:cNvSpPr txBox="1"/>
          <p:nvPr>
            <p:custDataLst>
              <p:tags r:id="rId50"/>
            </p:custDataLst>
          </p:nvPr>
        </p:nvSpPr>
        <p:spPr>
          <a:xfrm>
            <a:off x="8809694" y="4184358"/>
            <a:ext cx="1137120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持续进化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51"/>
            </p:custDataLst>
          </p:nvPr>
        </p:nvSpPr>
        <p:spPr>
          <a:xfrm>
            <a:off x="8809694" y="4521681"/>
            <a:ext cx="1061317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知道如何进步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52"/>
            </p:custDataLst>
          </p:nvPr>
        </p:nvSpPr>
        <p:spPr>
          <a:xfrm>
            <a:off x="8279074" y="4819208"/>
            <a:ext cx="3114212" cy="548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en-US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EventBus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事件驱动闭环：学习行为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掌握度重算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路径调整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8278493" y="5876659"/>
            <a:ext cx="3114237" cy="482612"/>
            <a:chOff x="13054" y="9120"/>
            <a:chExt cx="4930" cy="764"/>
          </a:xfrm>
        </p:grpSpPr>
        <p:sp>
          <p:nvSpPr>
            <p:cNvPr id="57" name="任意多边形 56"/>
            <p:cNvSpPr/>
            <p:nvPr>
              <p:custDataLst>
                <p:tags r:id="rId53"/>
              </p:custDataLst>
            </p:nvPr>
          </p:nvSpPr>
          <p:spPr>
            <a:xfrm>
              <a:off x="13054" y="9120"/>
              <a:ext cx="4930" cy="765"/>
            </a:xfrm>
            <a:custGeom>
              <a:avLst/>
              <a:gdLst>
                <a:gd name="sw" fmla="*/ 1 w 4929"/>
                <a:gd name="sh" fmla="*/ 1 h 765"/>
                <a:gd name="mins" fmla="min sw sh"/>
                <a:gd name="dsw" fmla="+- 0 sw mins"/>
                <a:gd name="dsh" fmla="+- 0 sh mins"/>
                <a:gd name="p0x0" fmla="*/ 0 w 4929"/>
                <a:gd name="p0y0" fmla="*/ 0 h 765"/>
                <a:gd name="p0x1" fmla="*/ 4929 w 4929"/>
                <a:gd name="p0y1" fmla="*/ 0 h 765"/>
                <a:gd name="p0x2" fmla="*/ 4929 w 4929"/>
                <a:gd name="p0y2" fmla="*/ 765 h 765"/>
                <a:gd name="p0x3" fmla="*/ 0 w 4929"/>
                <a:gd name="p0y3" fmla="*/ 765 h 765"/>
                <a:gd name="p0x4" fmla="*/ 0 w 4929"/>
                <a:gd name="p0y4" fmla="*/ 0 h 7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汉仪雅酷黑 55W" panose="00020600040101010101" charset="-122"/>
                <a:ea typeface="汉仪雅酷黑 55W" panose="00020600040101010101" charset="-122"/>
              </a:endParaRPr>
            </a:p>
          </p:txBody>
        </p:sp>
        <p:sp>
          <p:nvSpPr>
            <p:cNvPr id="58" name="任意多边形 57"/>
            <p:cNvSpPr/>
            <p:nvPr>
              <p:custDataLst>
                <p:tags r:id="rId54"/>
              </p:custDataLst>
            </p:nvPr>
          </p:nvSpPr>
          <p:spPr>
            <a:xfrm>
              <a:off x="13054" y="9120"/>
              <a:ext cx="4930" cy="15"/>
            </a:xfrm>
            <a:custGeom>
              <a:avLst/>
              <a:gdLst>
                <a:gd name="sw" fmla="*/ 1 w 4929"/>
                <a:gd name="sh" fmla="*/ 1 h 15"/>
                <a:gd name="mins" fmla="min sw sh"/>
                <a:gd name="dsw" fmla="+- 0 sw mins"/>
                <a:gd name="dsh" fmla="+- 0 sh mins"/>
                <a:gd name="p0x0" fmla="*/ 0 w 4929"/>
                <a:gd name="p0y0" fmla="*/ 0 h 15"/>
                <a:gd name="p0x1" fmla="*/ 4929 w 4929"/>
                <a:gd name="p0y1" fmla="*/ 0 h 15"/>
                <a:gd name="p0x2" fmla="*/ 4929 w 4929"/>
                <a:gd name="p0y2" fmla="*/ 15 h 15"/>
                <a:gd name="p0x3" fmla="*/ 0 w 4929"/>
                <a:gd name="p0y3" fmla="*/ 15 h 15"/>
                <a:gd name="p0x4" fmla="*/ 0 w 4929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汉仪雅酷黑 55W" panose="00020600040101010101" charset="-122"/>
                <a:ea typeface="汉仪雅酷黑 55W" panose="00020600040101010101" charset="-122"/>
              </a:endParaRPr>
            </a:p>
          </p:txBody>
        </p:sp>
      </p:grpSp>
      <p:sp>
        <p:nvSpPr>
          <p:cNvPr id="84" name="文本框 83"/>
          <p:cNvSpPr txBox="1"/>
          <p:nvPr>
            <p:custDataLst>
              <p:tags r:id="rId55"/>
            </p:custDataLst>
          </p:nvPr>
        </p:nvSpPr>
        <p:spPr>
          <a:xfrm>
            <a:off x="8334154" y="5961939"/>
            <a:ext cx="3003985" cy="367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/>
            <a:r>
              <a:rPr 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AlgoPilot — </a:t>
            </a:r>
            <a:r>
              <a:rPr 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多智能体驱动的算法个性化学习平台</a:t>
            </a:r>
            <a:endParaRPr 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</p:spTree>
    <p:custDataLst>
      <p:tags r:id="rId5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前沿AI技术融合</a:t>
            </a:r>
            <a:endParaRPr lang="zh-CN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457200" y="1701165"/>
            <a:ext cx="11277600" cy="4370070"/>
          </a:xfrm>
          <a:prstGeom prst="rect">
            <a:avLst/>
          </a:prstGeom>
          <a:solidFill>
            <a:schemeClr val="dk2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  <a:sym typeface="+mn-ea"/>
            </a:endParaRPr>
          </a:p>
        </p:txBody>
      </p:sp>
      <p:sp>
        <p:nvSpPr>
          <p:cNvPr id="11" name="Title 6"/>
          <p:cNvSpPr txBox="1"/>
          <p:nvPr>
            <p:custDataLst>
              <p:tags r:id="rId6"/>
            </p:custDataLst>
          </p:nvPr>
        </p:nvSpPr>
        <p:spPr>
          <a:xfrm>
            <a:off x="1585071" y="1837436"/>
            <a:ext cx="9021857" cy="409752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n-US" altLang="en-US" sz="1800" spc="10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汉仪雅酷黑 55W" panose="00020600040101010101" charset="-122"/>
                <a:ea typeface="汉仪雅酷黑 55W" panose="00020600040101010101" charset="-122"/>
                <a:cs typeface="微软雅黑" panose="020B0503020204020204" charset="-122"/>
              </a:rPr>
              <a:t>02</a:t>
            </a:r>
            <a:endParaRPr lang="en-US" altLang="en-US" sz="1800" spc="10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汉仪雅酷黑 55W" panose="00020600040101010101" charset="-122"/>
              <a:ea typeface="汉仪雅酷黑 55W" panose="00020600040101010101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3" name="图片 1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155" y="1517898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文本框 6"/>
          <p:cNvSpPr txBox="1"/>
          <p:nvPr>
            <p:custDataLst>
              <p:tags r:id="rId4"/>
            </p:custDataLst>
          </p:nvPr>
        </p:nvSpPr>
        <p:spPr>
          <a:xfrm>
            <a:off x="457155" y="152401"/>
            <a:ext cx="11277690" cy="121309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自研 DAG 编排引擎 — 零依赖的 LangGraph 同构实现</a:t>
            </a:r>
            <a:endParaRPr lang="zh-CN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pic>
        <p:nvPicPr>
          <p:cNvPr id="78" name="图片 7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446809" y="2658903"/>
            <a:ext cx="100845" cy="134460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446809" y="3633738"/>
            <a:ext cx="100845" cy="134460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446809" y="4608573"/>
            <a:ext cx="100845" cy="134460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446809" y="5583407"/>
            <a:ext cx="100845" cy="134460"/>
          </a:xfrm>
          <a:prstGeom prst="rect">
            <a:avLst/>
          </a:prstGeom>
        </p:spPr>
      </p:pic>
      <p:sp>
        <p:nvSpPr>
          <p:cNvPr id="29" name="任意多边形 28"/>
          <p:cNvSpPr/>
          <p:nvPr>
            <p:custDataLst>
              <p:tags r:id="rId11"/>
            </p:custDataLst>
          </p:nvPr>
        </p:nvSpPr>
        <p:spPr>
          <a:xfrm>
            <a:off x="1226308" y="1822450"/>
            <a:ext cx="4557633" cy="1541247"/>
          </a:xfrm>
          <a:custGeom>
            <a:avLst/>
            <a:gdLst>
              <a:gd name="sw" fmla="*/ 1 w 8135"/>
              <a:gd name="sh" fmla="*/ 1 h 2750"/>
              <a:gd name="mins" fmla="min sw sh"/>
              <a:gd name="dsw" fmla="+- 0 sw mins"/>
              <a:gd name="dsh" fmla="+- 0 sh mins"/>
              <a:gd name="p0x0" fmla="*/ 120 w 8135"/>
              <a:gd name="p0y0" fmla="*/ 0 h 2750"/>
              <a:gd name="p0x1" fmla="*/ 8015 w 8135"/>
              <a:gd name="p0y1" fmla="*/ 0 h 2750"/>
              <a:gd name="p0x2" fmla="*/ 8081 w 8135"/>
              <a:gd name="p0y2" fmla="*/ 0 h 2750"/>
              <a:gd name="p0x3" fmla="*/ 8135 w 8135"/>
              <a:gd name="p0y3" fmla="*/ 53 h 2750"/>
              <a:gd name="p0x4" fmla="*/ 8135 w 8135"/>
              <a:gd name="p0y4" fmla="*/ 120 h 2750"/>
              <a:gd name="p0x5" fmla="*/ 8135 w 8135"/>
              <a:gd name="p0y5" fmla="*/ 2630 h 2750"/>
              <a:gd name="p0x6" fmla="*/ 8135 w 8135"/>
              <a:gd name="p0y6" fmla="*/ 2697 h 2750"/>
              <a:gd name="p0x7" fmla="*/ 8081 w 8135"/>
              <a:gd name="p0y7" fmla="*/ 2750 h 2750"/>
              <a:gd name="p0x8" fmla="*/ 8015 w 8135"/>
              <a:gd name="p0y8" fmla="*/ 2750 h 2750"/>
              <a:gd name="p0x9" fmla="*/ 120 w 8135"/>
              <a:gd name="p0y9" fmla="*/ 2750 h 2750"/>
              <a:gd name="p0x10" fmla="*/ 53 w 8135"/>
              <a:gd name="p0y10" fmla="*/ 2750 h 2750"/>
              <a:gd name="p0x11" fmla="*/ 0 w 8135"/>
              <a:gd name="p0y11" fmla="*/ 2697 h 2750"/>
              <a:gd name="p0x12" fmla="*/ 0 w 8135"/>
              <a:gd name="p0y12" fmla="*/ 2630 h 2750"/>
              <a:gd name="p0x13" fmla="*/ 0 w 8135"/>
              <a:gd name="p0y13" fmla="*/ 120 h 2750"/>
              <a:gd name="p0x14" fmla="*/ 0 w 8135"/>
              <a:gd name="p0y14" fmla="*/ 53 h 2750"/>
              <a:gd name="p0x15" fmla="*/ 53 w 8135"/>
              <a:gd name="p0y15" fmla="*/ 0 h 2750"/>
              <a:gd name="p0x16" fmla="*/ 120 w 8135"/>
              <a:gd name="p0y16" fmla="*/ 0 h 2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12"/>
            </p:custDataLst>
          </p:nvPr>
        </p:nvSpPr>
        <p:spPr>
          <a:xfrm>
            <a:off x="1398865" y="1995007"/>
            <a:ext cx="369765" cy="3697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82" name="图片 8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4167" t="-5278" r="-4167" b="-5278"/>
          <a:stretch>
            <a:fillRect/>
          </a:stretch>
        </p:blipFill>
        <p:spPr>
          <a:xfrm>
            <a:off x="1474499" y="2066159"/>
            <a:ext cx="218497" cy="222979"/>
          </a:xfrm>
          <a:prstGeom prst="rect">
            <a:avLst/>
          </a:prstGeom>
        </p:spPr>
      </p:pic>
      <p:sp>
        <p:nvSpPr>
          <p:cNvPr id="83" name="文本框 82"/>
          <p:cNvSpPr txBox="1"/>
          <p:nvPr>
            <p:custDataLst>
              <p:tags r:id="rId16"/>
            </p:custDataLst>
          </p:nvPr>
        </p:nvSpPr>
        <p:spPr>
          <a:xfrm>
            <a:off x="1869475" y="2018537"/>
            <a:ext cx="1647135" cy="296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为什么自研？</a:t>
            </a:r>
            <a:endParaRPr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4" name="文本框 83"/>
          <p:cNvSpPr txBox="1"/>
          <p:nvPr>
            <p:custDataLst>
              <p:tags r:id="rId17"/>
            </p:custDataLst>
          </p:nvPr>
        </p:nvSpPr>
        <p:spPr>
          <a:xfrm>
            <a:off x="1398865" y="2452171"/>
            <a:ext cx="4213295" cy="7294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en-US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LangGraph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等框架依赖链重、部署复杂。我们从零实现了一个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LangGraph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同构的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DAG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编排引擎，零外部依赖，核心仅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1649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行代码。</a:t>
            </a:r>
            <a:endParaRPr lang="zh-CN" altLang="en-US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18"/>
            </p:custDataLst>
          </p:nvPr>
        </p:nvSpPr>
        <p:spPr>
          <a:xfrm>
            <a:off x="1226308" y="3540176"/>
            <a:ext cx="4557633" cy="3013584"/>
          </a:xfrm>
          <a:custGeom>
            <a:avLst/>
            <a:gdLst>
              <a:gd name="sw" fmla="*/ 1 w 8135"/>
              <a:gd name="sh" fmla="*/ 1 h 5379"/>
              <a:gd name="mins" fmla="min sw sh"/>
              <a:gd name="dsw" fmla="+- 0 sw mins"/>
              <a:gd name="dsh" fmla="+- 0 sh mins"/>
              <a:gd name="p0x0" fmla="*/ 120 w 8135"/>
              <a:gd name="p0y0" fmla="*/ 0 h 5379"/>
              <a:gd name="p0x1" fmla="*/ 8015 w 8135"/>
              <a:gd name="p0y1" fmla="*/ 0 h 5379"/>
              <a:gd name="p0x2" fmla="*/ 8081 w 8135"/>
              <a:gd name="p0y2" fmla="*/ 0 h 5379"/>
              <a:gd name="p0x3" fmla="*/ 8135 w 8135"/>
              <a:gd name="p0y3" fmla="*/ 53 h 5379"/>
              <a:gd name="p0x4" fmla="*/ 8135 w 8135"/>
              <a:gd name="p0y4" fmla="*/ 120 h 5379"/>
              <a:gd name="p0x5" fmla="*/ 8135 w 8135"/>
              <a:gd name="p0y5" fmla="*/ 5259 h 5379"/>
              <a:gd name="p0x6" fmla="*/ 8135 w 8135"/>
              <a:gd name="p0y6" fmla="*/ 5325 h 5379"/>
              <a:gd name="p0x7" fmla="*/ 8081 w 8135"/>
              <a:gd name="p0y7" fmla="*/ 5379 h 5379"/>
              <a:gd name="p0x8" fmla="*/ 8015 w 8135"/>
              <a:gd name="p0y8" fmla="*/ 5379 h 5379"/>
              <a:gd name="p0x9" fmla="*/ 120 w 8135"/>
              <a:gd name="p0y9" fmla="*/ 5379 h 5379"/>
              <a:gd name="p0x10" fmla="*/ 53 w 8135"/>
              <a:gd name="p0y10" fmla="*/ 5379 h 5379"/>
              <a:gd name="p0x11" fmla="*/ 0 w 8135"/>
              <a:gd name="p0y11" fmla="*/ 5325 h 5379"/>
              <a:gd name="p0x12" fmla="*/ 0 w 8135"/>
              <a:gd name="p0y12" fmla="*/ 5259 h 5379"/>
              <a:gd name="p0x13" fmla="*/ 0 w 8135"/>
              <a:gd name="p0y13" fmla="*/ 120 h 5379"/>
              <a:gd name="p0x14" fmla="*/ 0 w 8135"/>
              <a:gd name="p0y14" fmla="*/ 53 h 5379"/>
              <a:gd name="p0x15" fmla="*/ 53 w 8135"/>
              <a:gd name="p0y15" fmla="*/ 0 h 5379"/>
              <a:gd name="p0x16" fmla="*/ 120 w 8135"/>
              <a:gd name="p0y16" fmla="*/ 0 h 53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19"/>
            </p:custDataLst>
          </p:nvPr>
        </p:nvSpPr>
        <p:spPr>
          <a:xfrm>
            <a:off x="1398865" y="3699211"/>
            <a:ext cx="4213295" cy="2537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核心能力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20"/>
            </p:custDataLst>
          </p:nvPr>
        </p:nvSpPr>
        <p:spPr>
          <a:xfrm>
            <a:off x="1398865" y="4065130"/>
            <a:ext cx="235305" cy="23530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 w="420" h="420">
                <a:moveTo>
                  <a:pt x="120" y="0"/>
                </a:moveTo>
                <a:lnTo>
                  <a:pt x="300" y="0"/>
                </a:lnTo>
                <a:cubicBezTo>
                  <a:pt x="366" y="0"/>
                  <a:pt x="420" y="54"/>
                  <a:pt x="420" y="120"/>
                </a:cubicBezTo>
                <a:lnTo>
                  <a:pt x="420" y="300"/>
                </a:lnTo>
                <a:cubicBezTo>
                  <a:pt x="420" y="366"/>
                  <a:pt x="366" y="420"/>
                  <a:pt x="300" y="420"/>
                </a:cubicBezTo>
                <a:lnTo>
                  <a:pt x="120" y="420"/>
                </a:lnTo>
                <a:cubicBezTo>
                  <a:pt x="54" y="420"/>
                  <a:pt x="0" y="366"/>
                  <a:pt x="0" y="30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4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21"/>
            </p:custDataLst>
          </p:nvPr>
        </p:nvSpPr>
        <p:spPr>
          <a:xfrm>
            <a:off x="1474566" y="4108474"/>
            <a:ext cx="218363" cy="135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1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22"/>
            </p:custDataLst>
          </p:nvPr>
        </p:nvSpPr>
        <p:spPr>
          <a:xfrm>
            <a:off x="1701400" y="4091667"/>
            <a:ext cx="2225220" cy="1686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DAG </a:t>
            </a:r>
            <a:r>
              <a:rPr 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有向无环图工作流定义与执行</a:t>
            </a:r>
            <a:endParaRPr 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23"/>
            </p:custDataLst>
          </p:nvPr>
        </p:nvSpPr>
        <p:spPr>
          <a:xfrm>
            <a:off x="1398865" y="4401280"/>
            <a:ext cx="235305" cy="23530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 w="420" h="420">
                <a:moveTo>
                  <a:pt x="120" y="0"/>
                </a:moveTo>
                <a:lnTo>
                  <a:pt x="300" y="0"/>
                </a:lnTo>
                <a:cubicBezTo>
                  <a:pt x="366" y="0"/>
                  <a:pt x="420" y="54"/>
                  <a:pt x="420" y="120"/>
                </a:cubicBezTo>
                <a:lnTo>
                  <a:pt x="420" y="300"/>
                </a:lnTo>
                <a:cubicBezTo>
                  <a:pt x="420" y="366"/>
                  <a:pt x="366" y="420"/>
                  <a:pt x="300" y="420"/>
                </a:cubicBezTo>
                <a:lnTo>
                  <a:pt x="120" y="420"/>
                </a:lnTo>
                <a:cubicBezTo>
                  <a:pt x="54" y="420"/>
                  <a:pt x="0" y="366"/>
                  <a:pt x="0" y="30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4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24"/>
            </p:custDataLst>
          </p:nvPr>
        </p:nvSpPr>
        <p:spPr>
          <a:xfrm>
            <a:off x="1474566" y="4444624"/>
            <a:ext cx="218363" cy="135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2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25"/>
            </p:custDataLst>
          </p:nvPr>
        </p:nvSpPr>
        <p:spPr>
          <a:xfrm>
            <a:off x="1701400" y="4427817"/>
            <a:ext cx="2538394" cy="1686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zh-CN" alt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并行阶段支持</a:t>
            </a:r>
            <a:r>
              <a:rPr lang="en-US" alt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(PARALLEL_PHASES)</a:t>
            </a:r>
            <a:endParaRPr lang="en-US" alt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26"/>
            </p:custDataLst>
          </p:nvPr>
        </p:nvSpPr>
        <p:spPr>
          <a:xfrm>
            <a:off x="1398865" y="4737430"/>
            <a:ext cx="235305" cy="23530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 w="420" h="420">
                <a:moveTo>
                  <a:pt x="120" y="0"/>
                </a:moveTo>
                <a:lnTo>
                  <a:pt x="300" y="0"/>
                </a:lnTo>
                <a:cubicBezTo>
                  <a:pt x="366" y="0"/>
                  <a:pt x="420" y="54"/>
                  <a:pt x="420" y="120"/>
                </a:cubicBezTo>
                <a:lnTo>
                  <a:pt x="420" y="300"/>
                </a:lnTo>
                <a:cubicBezTo>
                  <a:pt x="420" y="366"/>
                  <a:pt x="366" y="420"/>
                  <a:pt x="300" y="420"/>
                </a:cubicBezTo>
                <a:lnTo>
                  <a:pt x="120" y="420"/>
                </a:lnTo>
                <a:cubicBezTo>
                  <a:pt x="54" y="420"/>
                  <a:pt x="0" y="366"/>
                  <a:pt x="0" y="30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4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27"/>
            </p:custDataLst>
          </p:nvPr>
        </p:nvSpPr>
        <p:spPr>
          <a:xfrm>
            <a:off x="1474566" y="4780774"/>
            <a:ext cx="218363" cy="135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3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1" name="文本框 90"/>
          <p:cNvSpPr txBox="1"/>
          <p:nvPr>
            <p:custDataLst>
              <p:tags r:id="rId28"/>
            </p:custDataLst>
          </p:nvPr>
        </p:nvSpPr>
        <p:spPr>
          <a:xfrm>
            <a:off x="1701400" y="4763967"/>
            <a:ext cx="2518368" cy="1686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zh-CN" alt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流水线上下文共享</a:t>
            </a:r>
            <a:r>
              <a:rPr lang="en-US" alt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(Pipeline Context)</a:t>
            </a:r>
            <a:endParaRPr lang="en-US" alt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29"/>
            </p:custDataLst>
          </p:nvPr>
        </p:nvSpPr>
        <p:spPr>
          <a:xfrm>
            <a:off x="1398865" y="5073580"/>
            <a:ext cx="235305" cy="23530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 w="420" h="420">
                <a:moveTo>
                  <a:pt x="120" y="0"/>
                </a:moveTo>
                <a:lnTo>
                  <a:pt x="300" y="0"/>
                </a:lnTo>
                <a:cubicBezTo>
                  <a:pt x="366" y="0"/>
                  <a:pt x="420" y="54"/>
                  <a:pt x="420" y="120"/>
                </a:cubicBezTo>
                <a:lnTo>
                  <a:pt x="420" y="300"/>
                </a:lnTo>
                <a:cubicBezTo>
                  <a:pt x="420" y="366"/>
                  <a:pt x="366" y="420"/>
                  <a:pt x="300" y="420"/>
                </a:cubicBezTo>
                <a:lnTo>
                  <a:pt x="120" y="420"/>
                </a:lnTo>
                <a:cubicBezTo>
                  <a:pt x="54" y="420"/>
                  <a:pt x="0" y="366"/>
                  <a:pt x="0" y="30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4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30"/>
            </p:custDataLst>
          </p:nvPr>
        </p:nvSpPr>
        <p:spPr>
          <a:xfrm>
            <a:off x="1474566" y="5116924"/>
            <a:ext cx="218363" cy="135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4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3" name="文本框 92"/>
          <p:cNvSpPr txBox="1"/>
          <p:nvPr>
            <p:custDataLst>
              <p:tags r:id="rId31"/>
            </p:custDataLst>
          </p:nvPr>
        </p:nvSpPr>
        <p:spPr>
          <a:xfrm>
            <a:off x="1701400" y="5100116"/>
            <a:ext cx="1791839" cy="1686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zh-CN" alt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失败关闭策略</a:t>
            </a:r>
            <a:r>
              <a:rPr lang="en-US" alt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(Fail-closed)</a:t>
            </a:r>
            <a:endParaRPr lang="en-US" alt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32"/>
            </p:custDataLst>
          </p:nvPr>
        </p:nvSpPr>
        <p:spPr>
          <a:xfrm>
            <a:off x="1398865" y="5409730"/>
            <a:ext cx="235305" cy="23530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 w="420" h="420">
                <a:moveTo>
                  <a:pt x="120" y="0"/>
                </a:moveTo>
                <a:lnTo>
                  <a:pt x="300" y="0"/>
                </a:lnTo>
                <a:cubicBezTo>
                  <a:pt x="366" y="0"/>
                  <a:pt x="420" y="54"/>
                  <a:pt x="420" y="120"/>
                </a:cubicBezTo>
                <a:lnTo>
                  <a:pt x="420" y="300"/>
                </a:lnTo>
                <a:cubicBezTo>
                  <a:pt x="420" y="366"/>
                  <a:pt x="366" y="420"/>
                  <a:pt x="300" y="420"/>
                </a:cubicBezTo>
                <a:lnTo>
                  <a:pt x="120" y="420"/>
                </a:lnTo>
                <a:cubicBezTo>
                  <a:pt x="54" y="420"/>
                  <a:pt x="0" y="366"/>
                  <a:pt x="0" y="30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4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33"/>
            </p:custDataLst>
          </p:nvPr>
        </p:nvSpPr>
        <p:spPr>
          <a:xfrm>
            <a:off x="1474566" y="5453074"/>
            <a:ext cx="218363" cy="135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5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5" name="文本框 94"/>
          <p:cNvSpPr txBox="1"/>
          <p:nvPr>
            <p:custDataLst>
              <p:tags r:id="rId34"/>
            </p:custDataLst>
          </p:nvPr>
        </p:nvSpPr>
        <p:spPr>
          <a:xfrm>
            <a:off x="1701400" y="5436266"/>
            <a:ext cx="2276433" cy="1686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zh-CN" alt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重试机制</a:t>
            </a:r>
            <a:r>
              <a:rPr lang="en-US" alt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(</a:t>
            </a:r>
            <a:r>
              <a:rPr lang="zh-CN" alt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最多</a:t>
            </a:r>
            <a:r>
              <a:rPr lang="en-US" alt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2</a:t>
            </a:r>
            <a:r>
              <a:rPr lang="zh-CN" alt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次</a:t>
            </a:r>
            <a:r>
              <a:rPr lang="en-US" alt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) + </a:t>
            </a:r>
            <a:r>
              <a:rPr lang="zh-CN" alt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降级回退模板</a:t>
            </a:r>
            <a:endParaRPr lang="zh-CN" altLang="en-US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35"/>
            </p:custDataLst>
          </p:nvPr>
        </p:nvSpPr>
        <p:spPr>
          <a:xfrm>
            <a:off x="1398865" y="5745880"/>
            <a:ext cx="235305" cy="23530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 w="420" h="420">
                <a:moveTo>
                  <a:pt x="120" y="0"/>
                </a:moveTo>
                <a:lnTo>
                  <a:pt x="300" y="0"/>
                </a:lnTo>
                <a:cubicBezTo>
                  <a:pt x="366" y="0"/>
                  <a:pt x="420" y="54"/>
                  <a:pt x="420" y="120"/>
                </a:cubicBezTo>
                <a:lnTo>
                  <a:pt x="420" y="300"/>
                </a:lnTo>
                <a:cubicBezTo>
                  <a:pt x="420" y="366"/>
                  <a:pt x="366" y="420"/>
                  <a:pt x="300" y="420"/>
                </a:cubicBezTo>
                <a:lnTo>
                  <a:pt x="120" y="420"/>
                </a:lnTo>
                <a:cubicBezTo>
                  <a:pt x="54" y="420"/>
                  <a:pt x="0" y="366"/>
                  <a:pt x="0" y="30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4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36"/>
            </p:custDataLst>
          </p:nvPr>
        </p:nvSpPr>
        <p:spPr>
          <a:xfrm>
            <a:off x="1474566" y="5789224"/>
            <a:ext cx="218363" cy="135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6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37"/>
            </p:custDataLst>
          </p:nvPr>
        </p:nvSpPr>
        <p:spPr>
          <a:xfrm>
            <a:off x="1701400" y="5772416"/>
            <a:ext cx="1925509" cy="1686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SSE </a:t>
            </a:r>
            <a:r>
              <a:rPr 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流式响应，实时进度推送</a:t>
            </a:r>
            <a:endParaRPr 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38"/>
            </p:custDataLst>
          </p:nvPr>
        </p:nvSpPr>
        <p:spPr>
          <a:xfrm>
            <a:off x="6027650" y="1822450"/>
            <a:ext cx="4938603" cy="831971"/>
          </a:xfrm>
          <a:custGeom>
            <a:avLst/>
            <a:gdLst>
              <a:gd name="sw" fmla="*/ 1 w 8814"/>
              <a:gd name="sh" fmla="*/ 1 h 1485"/>
              <a:gd name="mins" fmla="min sw sh"/>
              <a:gd name="dsw" fmla="+- 0 sw mins"/>
              <a:gd name="dsh" fmla="+- 0 sh mins"/>
              <a:gd name="p0x0" fmla="*/ 120 w 8814"/>
              <a:gd name="p0y0" fmla="*/ 0 h 1485"/>
              <a:gd name="p0x1" fmla="*/ 8694 w 8814"/>
              <a:gd name="p0y1" fmla="*/ 0 h 1485"/>
              <a:gd name="p0x2" fmla="*/ 8760 w 8814"/>
              <a:gd name="p0y2" fmla="*/ 0 h 1485"/>
              <a:gd name="p0x3" fmla="*/ 8814 w 8814"/>
              <a:gd name="p0y3" fmla="*/ 53 h 1485"/>
              <a:gd name="p0x4" fmla="*/ 8814 w 8814"/>
              <a:gd name="p0y4" fmla="*/ 120 h 1485"/>
              <a:gd name="p0x5" fmla="*/ 8814 w 8814"/>
              <a:gd name="p0y5" fmla="*/ 1365 h 1485"/>
              <a:gd name="p0x6" fmla="*/ 8814 w 8814"/>
              <a:gd name="p0y6" fmla="*/ 1431 h 1485"/>
              <a:gd name="p0x7" fmla="*/ 8760 w 8814"/>
              <a:gd name="p0y7" fmla="*/ 1485 h 1485"/>
              <a:gd name="p0x8" fmla="*/ 8694 w 8814"/>
              <a:gd name="p0y8" fmla="*/ 1485 h 1485"/>
              <a:gd name="p0x9" fmla="*/ 120 w 8814"/>
              <a:gd name="p0y9" fmla="*/ 1485 h 1485"/>
              <a:gd name="p0x10" fmla="*/ 53 w 8814"/>
              <a:gd name="p0y10" fmla="*/ 1485 h 1485"/>
              <a:gd name="p0x11" fmla="*/ 0 w 8814"/>
              <a:gd name="p0y11" fmla="*/ 1431 h 1485"/>
              <a:gd name="p0x12" fmla="*/ 0 w 8814"/>
              <a:gd name="p0y12" fmla="*/ 1365 h 1485"/>
              <a:gd name="p0x13" fmla="*/ 0 w 8814"/>
              <a:gd name="p0y13" fmla="*/ 120 h 1485"/>
              <a:gd name="p0x14" fmla="*/ 0 w 8814"/>
              <a:gd name="p0y14" fmla="*/ 53 h 1485"/>
              <a:gd name="p0x15" fmla="*/ 53 w 8814"/>
              <a:gd name="p0y15" fmla="*/ 0 h 1485"/>
              <a:gd name="p0x16" fmla="*/ 120 w 8814"/>
              <a:gd name="p0y16" fmla="*/ 0 h 14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39"/>
            </p:custDataLst>
          </p:nvPr>
        </p:nvSpPr>
        <p:spPr>
          <a:xfrm>
            <a:off x="6200206" y="2087448"/>
            <a:ext cx="302535" cy="30253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40"/>
            </p:custDataLst>
          </p:nvPr>
        </p:nvSpPr>
        <p:spPr>
          <a:xfrm>
            <a:off x="6293981" y="2131148"/>
            <a:ext cx="300300" cy="1854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p>
            <a:pPr algn="l">
              <a:lnSpc>
                <a:spcPct val="83000"/>
              </a:lnSpc>
            </a:pPr>
            <a:r>
              <a:rPr sz="1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1</a:t>
            </a:r>
            <a:endParaRPr sz="1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41"/>
            </p:custDataLst>
          </p:nvPr>
        </p:nvSpPr>
        <p:spPr>
          <a:xfrm>
            <a:off x="6603802" y="2007638"/>
            <a:ext cx="4190454" cy="189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Phase 1 RAG </a:t>
            </a:r>
            <a:r>
              <a:rPr lang="zh-CN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检索</a:t>
            </a:r>
            <a:endParaRPr lang="zh-CN"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42"/>
            </p:custDataLst>
          </p:nvPr>
        </p:nvSpPr>
        <p:spPr>
          <a:xfrm>
            <a:off x="6603802" y="2232438"/>
            <a:ext cx="4190454" cy="216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en-US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BM25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语义搜索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同义词扩展</a:t>
            </a:r>
            <a:endParaRPr lang="zh-CN" altLang="en-US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43"/>
            </p:custDataLst>
          </p:nvPr>
        </p:nvSpPr>
        <p:spPr>
          <a:xfrm>
            <a:off x="6027650" y="2797285"/>
            <a:ext cx="4938603" cy="831971"/>
          </a:xfrm>
          <a:custGeom>
            <a:avLst/>
            <a:gdLst>
              <a:gd name="sw" fmla="*/ 1 w 8814"/>
              <a:gd name="sh" fmla="*/ 1 h 1485"/>
              <a:gd name="mins" fmla="min sw sh"/>
              <a:gd name="dsw" fmla="+- 0 sw mins"/>
              <a:gd name="dsh" fmla="+- 0 sh mins"/>
              <a:gd name="p0x0" fmla="*/ 120 w 8814"/>
              <a:gd name="p0y0" fmla="*/ 0 h 1485"/>
              <a:gd name="p0x1" fmla="*/ 8694 w 8814"/>
              <a:gd name="p0y1" fmla="*/ 0 h 1485"/>
              <a:gd name="p0x2" fmla="*/ 8760 w 8814"/>
              <a:gd name="p0y2" fmla="*/ 0 h 1485"/>
              <a:gd name="p0x3" fmla="*/ 8814 w 8814"/>
              <a:gd name="p0y3" fmla="*/ 53 h 1485"/>
              <a:gd name="p0x4" fmla="*/ 8814 w 8814"/>
              <a:gd name="p0y4" fmla="*/ 120 h 1485"/>
              <a:gd name="p0x5" fmla="*/ 8814 w 8814"/>
              <a:gd name="p0y5" fmla="*/ 1365 h 1485"/>
              <a:gd name="p0x6" fmla="*/ 8814 w 8814"/>
              <a:gd name="p0y6" fmla="*/ 1431 h 1485"/>
              <a:gd name="p0x7" fmla="*/ 8760 w 8814"/>
              <a:gd name="p0y7" fmla="*/ 1485 h 1485"/>
              <a:gd name="p0x8" fmla="*/ 8694 w 8814"/>
              <a:gd name="p0y8" fmla="*/ 1485 h 1485"/>
              <a:gd name="p0x9" fmla="*/ 120 w 8814"/>
              <a:gd name="p0y9" fmla="*/ 1485 h 1485"/>
              <a:gd name="p0x10" fmla="*/ 53 w 8814"/>
              <a:gd name="p0y10" fmla="*/ 1485 h 1485"/>
              <a:gd name="p0x11" fmla="*/ 0 w 8814"/>
              <a:gd name="p0y11" fmla="*/ 1431 h 1485"/>
              <a:gd name="p0x12" fmla="*/ 0 w 8814"/>
              <a:gd name="p0y12" fmla="*/ 1365 h 1485"/>
              <a:gd name="p0x13" fmla="*/ 0 w 8814"/>
              <a:gd name="p0y13" fmla="*/ 120 h 1485"/>
              <a:gd name="p0x14" fmla="*/ 0 w 8814"/>
              <a:gd name="p0y14" fmla="*/ 53 h 1485"/>
              <a:gd name="p0x15" fmla="*/ 53 w 8814"/>
              <a:gd name="p0y15" fmla="*/ 0 h 1485"/>
              <a:gd name="p0x16" fmla="*/ 120 w 8814"/>
              <a:gd name="p0y16" fmla="*/ 0 h 14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44"/>
            </p:custDataLst>
          </p:nvPr>
        </p:nvSpPr>
        <p:spPr>
          <a:xfrm>
            <a:off x="6200206" y="3062283"/>
            <a:ext cx="302535" cy="30253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45"/>
            </p:custDataLst>
          </p:nvPr>
        </p:nvSpPr>
        <p:spPr>
          <a:xfrm>
            <a:off x="6293981" y="3105982"/>
            <a:ext cx="300300" cy="1854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p>
            <a:pPr algn="l">
              <a:lnSpc>
                <a:spcPct val="83000"/>
              </a:lnSpc>
            </a:pPr>
            <a:r>
              <a:rPr sz="1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2</a:t>
            </a:r>
            <a:endParaRPr sz="1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46"/>
            </p:custDataLst>
          </p:nvPr>
        </p:nvSpPr>
        <p:spPr>
          <a:xfrm>
            <a:off x="6603802" y="2982473"/>
            <a:ext cx="4190454" cy="189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Phase 2 Agent </a:t>
            </a:r>
            <a:r>
              <a:rPr lang="zh-CN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生成</a:t>
            </a:r>
            <a:endParaRPr lang="zh-CN"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3" name="文本框 102"/>
          <p:cNvSpPr txBox="1"/>
          <p:nvPr>
            <p:custDataLst>
              <p:tags r:id="rId47"/>
            </p:custDataLst>
          </p:nvPr>
        </p:nvSpPr>
        <p:spPr>
          <a:xfrm>
            <a:off x="6603802" y="3207273"/>
            <a:ext cx="4190454" cy="216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角色智能体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个性化内容生成</a:t>
            </a:r>
            <a:endParaRPr lang="zh-CN" altLang="en-US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48"/>
            </p:custDataLst>
          </p:nvPr>
        </p:nvSpPr>
        <p:spPr>
          <a:xfrm>
            <a:off x="6027650" y="3772120"/>
            <a:ext cx="4938603" cy="831971"/>
          </a:xfrm>
          <a:custGeom>
            <a:avLst/>
            <a:gdLst>
              <a:gd name="sw" fmla="*/ 1 w 8814"/>
              <a:gd name="sh" fmla="*/ 1 h 1485"/>
              <a:gd name="mins" fmla="min sw sh"/>
              <a:gd name="dsw" fmla="+- 0 sw mins"/>
              <a:gd name="dsh" fmla="+- 0 sh mins"/>
              <a:gd name="p0x0" fmla="*/ 120 w 8814"/>
              <a:gd name="p0y0" fmla="*/ 0 h 1485"/>
              <a:gd name="p0x1" fmla="*/ 8694 w 8814"/>
              <a:gd name="p0y1" fmla="*/ 0 h 1485"/>
              <a:gd name="p0x2" fmla="*/ 8760 w 8814"/>
              <a:gd name="p0y2" fmla="*/ 0 h 1485"/>
              <a:gd name="p0x3" fmla="*/ 8814 w 8814"/>
              <a:gd name="p0y3" fmla="*/ 53 h 1485"/>
              <a:gd name="p0x4" fmla="*/ 8814 w 8814"/>
              <a:gd name="p0y4" fmla="*/ 120 h 1485"/>
              <a:gd name="p0x5" fmla="*/ 8814 w 8814"/>
              <a:gd name="p0y5" fmla="*/ 1365 h 1485"/>
              <a:gd name="p0x6" fmla="*/ 8814 w 8814"/>
              <a:gd name="p0y6" fmla="*/ 1431 h 1485"/>
              <a:gd name="p0x7" fmla="*/ 8760 w 8814"/>
              <a:gd name="p0y7" fmla="*/ 1485 h 1485"/>
              <a:gd name="p0x8" fmla="*/ 8694 w 8814"/>
              <a:gd name="p0y8" fmla="*/ 1485 h 1485"/>
              <a:gd name="p0x9" fmla="*/ 120 w 8814"/>
              <a:gd name="p0y9" fmla="*/ 1485 h 1485"/>
              <a:gd name="p0x10" fmla="*/ 53 w 8814"/>
              <a:gd name="p0y10" fmla="*/ 1485 h 1485"/>
              <a:gd name="p0x11" fmla="*/ 0 w 8814"/>
              <a:gd name="p0y11" fmla="*/ 1431 h 1485"/>
              <a:gd name="p0x12" fmla="*/ 0 w 8814"/>
              <a:gd name="p0y12" fmla="*/ 1365 h 1485"/>
              <a:gd name="p0x13" fmla="*/ 0 w 8814"/>
              <a:gd name="p0y13" fmla="*/ 120 h 1485"/>
              <a:gd name="p0x14" fmla="*/ 0 w 8814"/>
              <a:gd name="p0y14" fmla="*/ 53 h 1485"/>
              <a:gd name="p0x15" fmla="*/ 53 w 8814"/>
              <a:gd name="p0y15" fmla="*/ 0 h 1485"/>
              <a:gd name="p0x16" fmla="*/ 120 w 8814"/>
              <a:gd name="p0y16" fmla="*/ 0 h 14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49"/>
            </p:custDataLst>
          </p:nvPr>
        </p:nvSpPr>
        <p:spPr>
          <a:xfrm>
            <a:off x="6200206" y="4037118"/>
            <a:ext cx="302535" cy="30253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50"/>
            </p:custDataLst>
          </p:nvPr>
        </p:nvSpPr>
        <p:spPr>
          <a:xfrm>
            <a:off x="6293981" y="4080817"/>
            <a:ext cx="300300" cy="1854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p>
            <a:pPr algn="l">
              <a:lnSpc>
                <a:spcPct val="83000"/>
              </a:lnSpc>
            </a:pPr>
            <a:r>
              <a:rPr sz="1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3</a:t>
            </a:r>
            <a:endParaRPr sz="1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51"/>
            </p:custDataLst>
          </p:nvPr>
        </p:nvSpPr>
        <p:spPr>
          <a:xfrm>
            <a:off x="6603802" y="3957307"/>
            <a:ext cx="4190454" cy="189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Phase 3 </a:t>
            </a:r>
            <a:r>
              <a:rPr lang="zh-CN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内容验证</a:t>
            </a:r>
            <a:endParaRPr lang="zh-CN"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6" name="文本框 105"/>
          <p:cNvSpPr txBox="1"/>
          <p:nvPr>
            <p:custDataLst>
              <p:tags r:id="rId52"/>
            </p:custDataLst>
          </p:nvPr>
        </p:nvSpPr>
        <p:spPr>
          <a:xfrm>
            <a:off x="6603802" y="4182108"/>
            <a:ext cx="4190454" cy="216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反幻觉校验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知识库比对</a:t>
            </a:r>
            <a:endParaRPr lang="zh-CN" altLang="en-US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53"/>
            </p:custDataLst>
          </p:nvPr>
        </p:nvSpPr>
        <p:spPr>
          <a:xfrm>
            <a:off x="6027650" y="4746954"/>
            <a:ext cx="4938603" cy="831971"/>
          </a:xfrm>
          <a:custGeom>
            <a:avLst/>
            <a:gdLst>
              <a:gd name="sw" fmla="*/ 1 w 8814"/>
              <a:gd name="sh" fmla="*/ 1 h 1485"/>
              <a:gd name="mins" fmla="min sw sh"/>
              <a:gd name="dsw" fmla="+- 0 sw mins"/>
              <a:gd name="dsh" fmla="+- 0 sh mins"/>
              <a:gd name="p0x0" fmla="*/ 120 w 8814"/>
              <a:gd name="p0y0" fmla="*/ 0 h 1485"/>
              <a:gd name="p0x1" fmla="*/ 8694 w 8814"/>
              <a:gd name="p0y1" fmla="*/ 0 h 1485"/>
              <a:gd name="p0x2" fmla="*/ 8760 w 8814"/>
              <a:gd name="p0y2" fmla="*/ 0 h 1485"/>
              <a:gd name="p0x3" fmla="*/ 8814 w 8814"/>
              <a:gd name="p0y3" fmla="*/ 53 h 1485"/>
              <a:gd name="p0x4" fmla="*/ 8814 w 8814"/>
              <a:gd name="p0y4" fmla="*/ 120 h 1485"/>
              <a:gd name="p0x5" fmla="*/ 8814 w 8814"/>
              <a:gd name="p0y5" fmla="*/ 1365 h 1485"/>
              <a:gd name="p0x6" fmla="*/ 8814 w 8814"/>
              <a:gd name="p0y6" fmla="*/ 1431 h 1485"/>
              <a:gd name="p0x7" fmla="*/ 8760 w 8814"/>
              <a:gd name="p0y7" fmla="*/ 1485 h 1485"/>
              <a:gd name="p0x8" fmla="*/ 8694 w 8814"/>
              <a:gd name="p0y8" fmla="*/ 1485 h 1485"/>
              <a:gd name="p0x9" fmla="*/ 120 w 8814"/>
              <a:gd name="p0y9" fmla="*/ 1485 h 1485"/>
              <a:gd name="p0x10" fmla="*/ 53 w 8814"/>
              <a:gd name="p0y10" fmla="*/ 1485 h 1485"/>
              <a:gd name="p0x11" fmla="*/ 0 w 8814"/>
              <a:gd name="p0y11" fmla="*/ 1431 h 1485"/>
              <a:gd name="p0x12" fmla="*/ 0 w 8814"/>
              <a:gd name="p0y12" fmla="*/ 1365 h 1485"/>
              <a:gd name="p0x13" fmla="*/ 0 w 8814"/>
              <a:gd name="p0y13" fmla="*/ 120 h 1485"/>
              <a:gd name="p0x14" fmla="*/ 0 w 8814"/>
              <a:gd name="p0y14" fmla="*/ 53 h 1485"/>
              <a:gd name="p0x15" fmla="*/ 53 w 8814"/>
              <a:gd name="p0y15" fmla="*/ 0 h 1485"/>
              <a:gd name="p0x16" fmla="*/ 120 w 8814"/>
              <a:gd name="p0y16" fmla="*/ 0 h 14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54"/>
            </p:custDataLst>
          </p:nvPr>
        </p:nvSpPr>
        <p:spPr>
          <a:xfrm>
            <a:off x="6200206" y="5011953"/>
            <a:ext cx="302535" cy="30253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7" name="文本框 106"/>
          <p:cNvSpPr txBox="1"/>
          <p:nvPr>
            <p:custDataLst>
              <p:tags r:id="rId55"/>
            </p:custDataLst>
          </p:nvPr>
        </p:nvSpPr>
        <p:spPr>
          <a:xfrm>
            <a:off x="6293981" y="5055652"/>
            <a:ext cx="300300" cy="1854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p>
            <a:pPr algn="l">
              <a:lnSpc>
                <a:spcPct val="83000"/>
              </a:lnSpc>
            </a:pPr>
            <a:r>
              <a:rPr sz="1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4</a:t>
            </a:r>
            <a:endParaRPr sz="1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56"/>
            </p:custDataLst>
          </p:nvPr>
        </p:nvSpPr>
        <p:spPr>
          <a:xfrm>
            <a:off x="6603802" y="4932142"/>
            <a:ext cx="4190454" cy="189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Phase 4 </a:t>
            </a:r>
            <a:r>
              <a:rPr lang="zh-CN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安全审计</a:t>
            </a:r>
            <a:endParaRPr lang="zh-CN"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9" name="文本框 108"/>
          <p:cNvSpPr txBox="1"/>
          <p:nvPr>
            <p:custDataLst>
              <p:tags r:id="rId57"/>
            </p:custDataLst>
          </p:nvPr>
        </p:nvSpPr>
        <p:spPr>
          <a:xfrm>
            <a:off x="6603802" y="5156943"/>
            <a:ext cx="4190454" cy="216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敏感词过滤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Prompt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注入检测</a:t>
            </a:r>
            <a:endParaRPr lang="zh-CN" altLang="en-US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58"/>
            </p:custDataLst>
          </p:nvPr>
        </p:nvSpPr>
        <p:spPr>
          <a:xfrm>
            <a:off x="6027650" y="5721789"/>
            <a:ext cx="4938603" cy="831971"/>
          </a:xfrm>
          <a:custGeom>
            <a:avLst/>
            <a:gdLst>
              <a:gd name="sw" fmla="*/ 1 w 8814"/>
              <a:gd name="sh" fmla="*/ 1 h 1485"/>
              <a:gd name="mins" fmla="min sw sh"/>
              <a:gd name="dsw" fmla="+- 0 sw mins"/>
              <a:gd name="dsh" fmla="+- 0 sh mins"/>
              <a:gd name="p0x0" fmla="*/ 120 w 8814"/>
              <a:gd name="p0y0" fmla="*/ 0 h 1485"/>
              <a:gd name="p0x1" fmla="*/ 8694 w 8814"/>
              <a:gd name="p0y1" fmla="*/ 0 h 1485"/>
              <a:gd name="p0x2" fmla="*/ 8760 w 8814"/>
              <a:gd name="p0y2" fmla="*/ 0 h 1485"/>
              <a:gd name="p0x3" fmla="*/ 8814 w 8814"/>
              <a:gd name="p0y3" fmla="*/ 53 h 1485"/>
              <a:gd name="p0x4" fmla="*/ 8814 w 8814"/>
              <a:gd name="p0y4" fmla="*/ 120 h 1485"/>
              <a:gd name="p0x5" fmla="*/ 8814 w 8814"/>
              <a:gd name="p0y5" fmla="*/ 1365 h 1485"/>
              <a:gd name="p0x6" fmla="*/ 8814 w 8814"/>
              <a:gd name="p0y6" fmla="*/ 1431 h 1485"/>
              <a:gd name="p0x7" fmla="*/ 8760 w 8814"/>
              <a:gd name="p0y7" fmla="*/ 1485 h 1485"/>
              <a:gd name="p0x8" fmla="*/ 8694 w 8814"/>
              <a:gd name="p0y8" fmla="*/ 1485 h 1485"/>
              <a:gd name="p0x9" fmla="*/ 120 w 8814"/>
              <a:gd name="p0y9" fmla="*/ 1485 h 1485"/>
              <a:gd name="p0x10" fmla="*/ 53 w 8814"/>
              <a:gd name="p0y10" fmla="*/ 1485 h 1485"/>
              <a:gd name="p0x11" fmla="*/ 0 w 8814"/>
              <a:gd name="p0y11" fmla="*/ 1431 h 1485"/>
              <a:gd name="p0x12" fmla="*/ 0 w 8814"/>
              <a:gd name="p0y12" fmla="*/ 1365 h 1485"/>
              <a:gd name="p0x13" fmla="*/ 0 w 8814"/>
              <a:gd name="p0y13" fmla="*/ 120 h 1485"/>
              <a:gd name="p0x14" fmla="*/ 0 w 8814"/>
              <a:gd name="p0y14" fmla="*/ 53 h 1485"/>
              <a:gd name="p0x15" fmla="*/ 53 w 8814"/>
              <a:gd name="p0y15" fmla="*/ 0 h 1485"/>
              <a:gd name="p0x16" fmla="*/ 120 w 8814"/>
              <a:gd name="p0y16" fmla="*/ 0 h 14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59"/>
            </p:custDataLst>
          </p:nvPr>
        </p:nvSpPr>
        <p:spPr>
          <a:xfrm>
            <a:off x="6200206" y="5986787"/>
            <a:ext cx="302535" cy="30253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60"/>
            </p:custDataLst>
          </p:nvPr>
        </p:nvSpPr>
        <p:spPr>
          <a:xfrm>
            <a:off x="6293981" y="6030487"/>
            <a:ext cx="300300" cy="1854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p>
            <a:pPr algn="l">
              <a:lnSpc>
                <a:spcPct val="83000"/>
              </a:lnSpc>
            </a:pPr>
            <a:r>
              <a:rPr sz="1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5</a:t>
            </a:r>
            <a:endParaRPr sz="1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1" name="文本框 110"/>
          <p:cNvSpPr txBox="1"/>
          <p:nvPr>
            <p:custDataLst>
              <p:tags r:id="rId61"/>
            </p:custDataLst>
          </p:nvPr>
        </p:nvSpPr>
        <p:spPr>
          <a:xfrm>
            <a:off x="6603802" y="5906977"/>
            <a:ext cx="4190454" cy="189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Phase 5 </a:t>
            </a:r>
            <a:r>
              <a:rPr lang="zh-CN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持久化</a:t>
            </a:r>
            <a:endParaRPr lang="zh-CN"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12" name="文本框 111"/>
          <p:cNvSpPr txBox="1"/>
          <p:nvPr>
            <p:custDataLst>
              <p:tags r:id="rId62"/>
            </p:custDataLst>
          </p:nvPr>
        </p:nvSpPr>
        <p:spPr>
          <a:xfrm>
            <a:off x="6603802" y="6131777"/>
            <a:ext cx="4190454" cy="216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发布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/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草稿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证据链记录</a:t>
            </a:r>
            <a:endParaRPr lang="zh-CN" altLang="en-US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</p:spTree>
    <p:custDataLst>
      <p:tags r:id="rId6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任意多边形: 形状 9"/>
          <p:cNvSpPr/>
          <p:nvPr>
            <p:custDataLst>
              <p:tags r:id="rId3"/>
            </p:custDataLst>
          </p:nvPr>
        </p:nvSpPr>
        <p:spPr>
          <a:xfrm>
            <a:off x="457340" y="1703758"/>
            <a:ext cx="2325959" cy="1145273"/>
          </a:xfrm>
          <a:custGeom>
            <a:avLst/>
            <a:gdLst>
              <a:gd name="connsiteX0" fmla="*/ 0 w 1790700"/>
              <a:gd name="connsiteY0" fmla="*/ 0 h 881718"/>
              <a:gd name="connsiteX1" fmla="*/ 1790700 w 1790700"/>
              <a:gd name="connsiteY1" fmla="*/ 0 h 881718"/>
              <a:gd name="connsiteX2" fmla="*/ 1790700 w 1790700"/>
              <a:gd name="connsiteY2" fmla="*/ 676275 h 881718"/>
              <a:gd name="connsiteX3" fmla="*/ 1014508 w 1790700"/>
              <a:gd name="connsiteY3" fmla="*/ 676275 h 881718"/>
              <a:gd name="connsiteX4" fmla="*/ 895350 w 1790700"/>
              <a:gd name="connsiteY4" fmla="*/ 881718 h 881718"/>
              <a:gd name="connsiteX5" fmla="*/ 776194 w 1790700"/>
              <a:gd name="connsiteY5" fmla="*/ 676275 h 881718"/>
              <a:gd name="connsiteX6" fmla="*/ 0 w 1790700"/>
              <a:gd name="connsiteY6" fmla="*/ 676275 h 88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0700" h="881718">
                <a:moveTo>
                  <a:pt x="0" y="0"/>
                </a:moveTo>
                <a:lnTo>
                  <a:pt x="1790700" y="0"/>
                </a:lnTo>
                <a:lnTo>
                  <a:pt x="1790700" y="676275"/>
                </a:lnTo>
                <a:lnTo>
                  <a:pt x="1014508" y="676275"/>
                </a:lnTo>
                <a:lnTo>
                  <a:pt x="895350" y="881718"/>
                </a:lnTo>
                <a:lnTo>
                  <a:pt x="776194" y="676275"/>
                </a:lnTo>
                <a:lnTo>
                  <a:pt x="0" y="6762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3013146" y="1703758"/>
            <a:ext cx="8722345" cy="1993140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 spc="150">
                <a:solidFill>
                  <a:schemeClr val="lt1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message: 审核输出命中</a:t>
            </a:r>
            <a:endParaRPr lang="en-US" sz="2000" spc="150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286272" y="1808831"/>
            <a:ext cx="668094" cy="659602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0">
            <a:normAutofit fontScale="7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spc="300" dirty="0">
                <a:solidFill>
                  <a:schemeClr val="dk1">
                    <a:lumMod val="85000"/>
                    <a:lumOff val="15000"/>
                  </a:schemeClr>
                </a:solidFill>
                <a:latin typeface="汉仪雅酷黑 55W" panose="00020600040101010101" charset="-122"/>
                <a:ea typeface="汉仪雅酷黑 55W" panose="00020600040101010101" charset="-122"/>
                <a:cs typeface="Arial" panose="020B0604020202020204" pitchFamily="34" charset="0"/>
              </a:rPr>
              <a:t>01</a:t>
            </a:r>
            <a:endParaRPr lang="en-US" altLang="zh-CN" sz="4000" b="1" spc="300" dirty="0">
              <a:solidFill>
                <a:schemeClr val="dk1">
                  <a:lumMod val="85000"/>
                  <a:lumOff val="15000"/>
                </a:schemeClr>
              </a:solidFill>
              <a:latin typeface="汉仪雅酷黑 55W" panose="00020600040101010101" charset="-122"/>
              <a:ea typeface="汉仪雅酷黑 55W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14" name="任意多边形: 形状 9"/>
          <p:cNvSpPr/>
          <p:nvPr>
            <p:custDataLst>
              <p:tags r:id="rId6"/>
            </p:custDataLst>
          </p:nvPr>
        </p:nvSpPr>
        <p:spPr>
          <a:xfrm>
            <a:off x="457340" y="4075494"/>
            <a:ext cx="2325959" cy="1145273"/>
          </a:xfrm>
          <a:custGeom>
            <a:avLst/>
            <a:gdLst>
              <a:gd name="connsiteX0" fmla="*/ 0 w 1790700"/>
              <a:gd name="connsiteY0" fmla="*/ 0 h 881718"/>
              <a:gd name="connsiteX1" fmla="*/ 1790700 w 1790700"/>
              <a:gd name="connsiteY1" fmla="*/ 0 h 881718"/>
              <a:gd name="connsiteX2" fmla="*/ 1790700 w 1790700"/>
              <a:gd name="connsiteY2" fmla="*/ 676275 h 881718"/>
              <a:gd name="connsiteX3" fmla="*/ 1014508 w 1790700"/>
              <a:gd name="connsiteY3" fmla="*/ 676275 h 881718"/>
              <a:gd name="connsiteX4" fmla="*/ 895350 w 1790700"/>
              <a:gd name="connsiteY4" fmla="*/ 881718 h 881718"/>
              <a:gd name="connsiteX5" fmla="*/ 776194 w 1790700"/>
              <a:gd name="connsiteY5" fmla="*/ 676275 h 881718"/>
              <a:gd name="connsiteX6" fmla="*/ 0 w 1790700"/>
              <a:gd name="connsiteY6" fmla="*/ 676275 h 881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0700" h="881718">
                <a:moveTo>
                  <a:pt x="0" y="0"/>
                </a:moveTo>
                <a:lnTo>
                  <a:pt x="1790700" y="0"/>
                </a:lnTo>
                <a:lnTo>
                  <a:pt x="1790700" y="676275"/>
                </a:lnTo>
                <a:lnTo>
                  <a:pt x="1014508" y="676275"/>
                </a:lnTo>
                <a:lnTo>
                  <a:pt x="895350" y="881718"/>
                </a:lnTo>
                <a:lnTo>
                  <a:pt x="776194" y="676275"/>
                </a:lnTo>
                <a:lnTo>
                  <a:pt x="0" y="67627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3013146" y="4075494"/>
            <a:ext cx="8722345" cy="1993140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sz="2000" spc="150">
                <a:solidFill>
                  <a:schemeClr val="lt1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大模型识别失败</a:t>
            </a:r>
            <a:endParaRPr sz="2000" spc="150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  <a:p>
            <a:pPr marL="285750" lvl="1"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1100" spc="150">
                <a:solidFill>
                  <a:schemeClr val="lt1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code: AuditError.InternalOutputNoPass</a:t>
            </a:r>
            <a:endParaRPr sz="1100" spc="150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6" name="文本框 12"/>
          <p:cNvSpPr txBox="1"/>
          <p:nvPr>
            <p:custDataLst>
              <p:tags r:id="rId8"/>
            </p:custDataLst>
          </p:nvPr>
        </p:nvSpPr>
        <p:spPr>
          <a:xfrm>
            <a:off x="1286272" y="4180567"/>
            <a:ext cx="668094" cy="659602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0">
            <a:normAutofit fontScale="7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spc="300" dirty="0">
                <a:solidFill>
                  <a:schemeClr val="lt1"/>
                </a:solidFill>
                <a:latin typeface="汉仪雅酷黑 55W" panose="00020600040101010101" charset="-122"/>
                <a:ea typeface="汉仪雅酷黑 55W" panose="00020600040101010101" charset="-122"/>
                <a:cs typeface="Arial" panose="020B0604020202020204" pitchFamily="34" charset="0"/>
              </a:rPr>
              <a:t>02</a:t>
            </a:r>
            <a:endParaRPr lang="en-US" altLang="zh-CN" sz="4000" b="1" spc="300" dirty="0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  <a:cs typeface="Arial" panose="020B0604020202020204" pitchFamily="34" charset="0"/>
            </a:endParaRPr>
          </a:p>
        </p:txBody>
      </p:sp>
      <p:cxnSp>
        <p:nvCxnSpPr>
          <p:cNvPr id="2" name="直接连接符 1"/>
          <p:cNvCxnSpPr/>
          <p:nvPr>
            <p:custDataLst>
              <p:tags r:id="rId9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6"/>
          <p:cNvSpPr txBox="1"/>
          <p:nvPr>
            <p:custDataLst>
              <p:tags r:id="rId10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</a:rPr>
              <a:t>此页面识别失败</a:t>
            </a:r>
            <a:endParaRPr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5" name="图片 12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代码追踪与可视化 — 打破代码执行"黑盒"</a:t>
            </a:r>
            <a:endParaRPr lang="zh-CN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5"/>
            </p:custDataLst>
          </p:nvPr>
        </p:nvSpPr>
        <p:spPr>
          <a:xfrm>
            <a:off x="10190188" y="6276975"/>
            <a:ext cx="158271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FFF">
                    <a:alpha val="45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Software Cup 2026</a:t>
            </a:r>
            <a:endParaRPr sz="1200">
              <a:solidFill>
                <a:srgbClr val="FFFFFF">
                  <a:alpha val="45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6"/>
            </p:custDataLst>
          </p:nvPr>
        </p:nvSpPr>
        <p:spPr>
          <a:xfrm>
            <a:off x="457200" y="1222071"/>
            <a:ext cx="5123567" cy="2847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支持的数据结构类型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1" name="文本框 90"/>
          <p:cNvSpPr txBox="1"/>
          <p:nvPr>
            <p:custDataLst>
              <p:tags r:id="rId7"/>
            </p:custDataLst>
          </p:nvPr>
        </p:nvSpPr>
        <p:spPr>
          <a:xfrm>
            <a:off x="5844791" y="1222071"/>
            <a:ext cx="5550549" cy="2847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核心功能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8"/>
            </p:custDataLst>
          </p:nvPr>
        </p:nvSpPr>
        <p:spPr>
          <a:xfrm>
            <a:off x="7692808" y="6093316"/>
            <a:ext cx="4041982" cy="205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lang="en-US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AlgoPilot — </a:t>
            </a:r>
            <a:r>
              <a:rPr lang="zh-CN"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多智能体驱动的算法个性化学习平台</a:t>
            </a:r>
            <a:endParaRPr lang="zh-CN"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9"/>
            </p:custDataLst>
          </p:nvPr>
        </p:nvSpPr>
        <p:spPr>
          <a:xfrm>
            <a:off x="461600" y="1637595"/>
            <a:ext cx="1186851" cy="2395076"/>
          </a:xfrm>
          <a:custGeom>
            <a:avLst/>
            <a:gdLst>
              <a:gd name="sw" fmla="*/ 1 w 1887"/>
              <a:gd name="sh" fmla="*/ 1 h 3810"/>
              <a:gd name="mins" fmla="min sw sh"/>
              <a:gd name="dsw" fmla="+- 0 sw mins"/>
              <a:gd name="dsh" fmla="+- 0 sh mins"/>
              <a:gd name="p0x0" fmla="*/ 120 w 1887"/>
              <a:gd name="p0y0" fmla="*/ 0 h 3810"/>
              <a:gd name="p0x1" fmla="*/ 1767 w 1887"/>
              <a:gd name="p0y1" fmla="*/ 0 h 3810"/>
              <a:gd name="p0x2" fmla="*/ 1833 w 1887"/>
              <a:gd name="p0y2" fmla="*/ 0 h 3810"/>
              <a:gd name="p0x3" fmla="*/ 1887 w 1887"/>
              <a:gd name="p0y3" fmla="*/ 53 h 3810"/>
              <a:gd name="p0x4" fmla="*/ 1887 w 1887"/>
              <a:gd name="p0y4" fmla="*/ 120 h 3810"/>
              <a:gd name="p0x5" fmla="*/ 1887 w 1887"/>
              <a:gd name="p0y5" fmla="*/ 3690 h 3810"/>
              <a:gd name="p0x6" fmla="*/ 1887 w 1887"/>
              <a:gd name="p0y6" fmla="*/ 3756 h 3810"/>
              <a:gd name="p0x7" fmla="*/ 1833 w 1887"/>
              <a:gd name="p0y7" fmla="*/ 3810 h 3810"/>
              <a:gd name="p0x8" fmla="*/ 1767 w 1887"/>
              <a:gd name="p0y8" fmla="*/ 3810 h 3810"/>
              <a:gd name="p0x9" fmla="*/ 120 w 1887"/>
              <a:gd name="p0y9" fmla="*/ 3810 h 3810"/>
              <a:gd name="p0x10" fmla="*/ 53 w 1887"/>
              <a:gd name="p0y10" fmla="*/ 3810 h 3810"/>
              <a:gd name="p0x11" fmla="*/ 0 w 1887"/>
              <a:gd name="p0y11" fmla="*/ 3756 h 3810"/>
              <a:gd name="p0x12" fmla="*/ 0 w 1887"/>
              <a:gd name="p0y12" fmla="*/ 3690 h 3810"/>
              <a:gd name="p0x13" fmla="*/ 0 w 1887"/>
              <a:gd name="p0y13" fmla="*/ 120 h 3810"/>
              <a:gd name="p0x14" fmla="*/ 0 w 1887"/>
              <a:gd name="p0y14" fmla="*/ 53 h 3810"/>
              <a:gd name="p0x15" fmla="*/ 53 w 1887"/>
              <a:gd name="p0y15" fmla="*/ 0 h 3810"/>
              <a:gd name="p0x16" fmla="*/ 120 w 1887"/>
              <a:gd name="p0y16" fmla="*/ 0 h 38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10"/>
            </p:custDataLst>
          </p:nvPr>
        </p:nvSpPr>
        <p:spPr>
          <a:xfrm>
            <a:off x="885296" y="2378120"/>
            <a:ext cx="339460" cy="33946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93" name="图片 9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936844" y="2439097"/>
            <a:ext cx="235736" cy="212477"/>
          </a:xfrm>
          <a:prstGeom prst="rect">
            <a:avLst/>
          </a:prstGeom>
        </p:spPr>
      </p:pic>
      <p:sp>
        <p:nvSpPr>
          <p:cNvPr id="94" name="文本框 93"/>
          <p:cNvSpPr txBox="1"/>
          <p:nvPr>
            <p:custDataLst>
              <p:tags r:id="rId14"/>
            </p:custDataLst>
          </p:nvPr>
        </p:nvSpPr>
        <p:spPr>
          <a:xfrm>
            <a:off x="563498" y="2793015"/>
            <a:ext cx="983310" cy="205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LinkedList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5" name="文本框 94"/>
          <p:cNvSpPr txBox="1"/>
          <p:nvPr>
            <p:custDataLst>
              <p:tags r:id="rId15"/>
            </p:custDataLst>
          </p:nvPr>
        </p:nvSpPr>
        <p:spPr>
          <a:xfrm>
            <a:off x="527109" y="3094756"/>
            <a:ext cx="1056172" cy="1823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链表节点追踪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16"/>
            </p:custDataLst>
          </p:nvPr>
        </p:nvSpPr>
        <p:spPr>
          <a:xfrm>
            <a:off x="1771034" y="1637595"/>
            <a:ext cx="1186222" cy="2395076"/>
          </a:xfrm>
          <a:custGeom>
            <a:avLst/>
            <a:gdLst>
              <a:gd name="sw" fmla="*/ 1 w 1887"/>
              <a:gd name="sh" fmla="*/ 1 h 3810"/>
              <a:gd name="mins" fmla="min sw sh"/>
              <a:gd name="dsw" fmla="+- 0 sw mins"/>
              <a:gd name="dsh" fmla="+- 0 sh mins"/>
              <a:gd name="p0x0" fmla="*/ 120 w 1887"/>
              <a:gd name="p0y0" fmla="*/ 0 h 3810"/>
              <a:gd name="p0x1" fmla="*/ 1767 w 1887"/>
              <a:gd name="p0y1" fmla="*/ 0 h 3810"/>
              <a:gd name="p0x2" fmla="*/ 1833 w 1887"/>
              <a:gd name="p0y2" fmla="*/ 0 h 3810"/>
              <a:gd name="p0x3" fmla="*/ 1887 w 1887"/>
              <a:gd name="p0y3" fmla="*/ 53 h 3810"/>
              <a:gd name="p0x4" fmla="*/ 1887 w 1887"/>
              <a:gd name="p0y4" fmla="*/ 120 h 3810"/>
              <a:gd name="p0x5" fmla="*/ 1887 w 1887"/>
              <a:gd name="p0y5" fmla="*/ 3690 h 3810"/>
              <a:gd name="p0x6" fmla="*/ 1887 w 1887"/>
              <a:gd name="p0y6" fmla="*/ 3756 h 3810"/>
              <a:gd name="p0x7" fmla="*/ 1833 w 1887"/>
              <a:gd name="p0y7" fmla="*/ 3810 h 3810"/>
              <a:gd name="p0x8" fmla="*/ 1767 w 1887"/>
              <a:gd name="p0y8" fmla="*/ 3810 h 3810"/>
              <a:gd name="p0x9" fmla="*/ 120 w 1887"/>
              <a:gd name="p0y9" fmla="*/ 3810 h 3810"/>
              <a:gd name="p0x10" fmla="*/ 53 w 1887"/>
              <a:gd name="p0y10" fmla="*/ 3810 h 3810"/>
              <a:gd name="p0x11" fmla="*/ 0 w 1887"/>
              <a:gd name="p0y11" fmla="*/ 3756 h 3810"/>
              <a:gd name="p0x12" fmla="*/ 0 w 1887"/>
              <a:gd name="p0y12" fmla="*/ 3690 h 3810"/>
              <a:gd name="p0x13" fmla="*/ 0 w 1887"/>
              <a:gd name="p0y13" fmla="*/ 120 h 3810"/>
              <a:gd name="p0x14" fmla="*/ 0 w 1887"/>
              <a:gd name="p0y14" fmla="*/ 53 h 3810"/>
              <a:gd name="p0x15" fmla="*/ 53 w 1887"/>
              <a:gd name="p0y15" fmla="*/ 0 h 3810"/>
              <a:gd name="p0x16" fmla="*/ 120 w 1887"/>
              <a:gd name="p0y16" fmla="*/ 0 h 38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17"/>
            </p:custDataLst>
          </p:nvPr>
        </p:nvSpPr>
        <p:spPr>
          <a:xfrm>
            <a:off x="2194101" y="2378120"/>
            <a:ext cx="339460" cy="33946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96" name="图片 9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2260107" y="2439097"/>
            <a:ext cx="207447" cy="212477"/>
          </a:xfrm>
          <a:prstGeom prst="rect">
            <a:avLst/>
          </a:prstGeom>
        </p:spPr>
      </p:pic>
      <p:sp>
        <p:nvSpPr>
          <p:cNvPr id="97" name="文本框 96"/>
          <p:cNvSpPr txBox="1"/>
          <p:nvPr>
            <p:custDataLst>
              <p:tags r:id="rId21"/>
            </p:custDataLst>
          </p:nvPr>
        </p:nvSpPr>
        <p:spPr>
          <a:xfrm>
            <a:off x="2100646" y="2793015"/>
            <a:ext cx="527388" cy="205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Tree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22"/>
            </p:custDataLst>
          </p:nvPr>
        </p:nvSpPr>
        <p:spPr>
          <a:xfrm>
            <a:off x="1911690" y="3094756"/>
            <a:ext cx="905301" cy="1823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二叉树遍历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23"/>
            </p:custDataLst>
          </p:nvPr>
        </p:nvSpPr>
        <p:spPr>
          <a:xfrm>
            <a:off x="3079839" y="1637595"/>
            <a:ext cx="1186851" cy="2395076"/>
          </a:xfrm>
          <a:custGeom>
            <a:avLst/>
            <a:gdLst>
              <a:gd name="sw" fmla="*/ 1 w 1887"/>
              <a:gd name="sh" fmla="*/ 1 h 3810"/>
              <a:gd name="mins" fmla="min sw sh"/>
              <a:gd name="dsw" fmla="+- 0 sw mins"/>
              <a:gd name="dsh" fmla="+- 0 sh mins"/>
              <a:gd name="p0x0" fmla="*/ 120 w 1887"/>
              <a:gd name="p0y0" fmla="*/ 0 h 3810"/>
              <a:gd name="p0x1" fmla="*/ 1767 w 1887"/>
              <a:gd name="p0y1" fmla="*/ 0 h 3810"/>
              <a:gd name="p0x2" fmla="*/ 1833 w 1887"/>
              <a:gd name="p0y2" fmla="*/ 0 h 3810"/>
              <a:gd name="p0x3" fmla="*/ 1887 w 1887"/>
              <a:gd name="p0y3" fmla="*/ 53 h 3810"/>
              <a:gd name="p0x4" fmla="*/ 1887 w 1887"/>
              <a:gd name="p0y4" fmla="*/ 120 h 3810"/>
              <a:gd name="p0x5" fmla="*/ 1887 w 1887"/>
              <a:gd name="p0y5" fmla="*/ 3690 h 3810"/>
              <a:gd name="p0x6" fmla="*/ 1887 w 1887"/>
              <a:gd name="p0y6" fmla="*/ 3756 h 3810"/>
              <a:gd name="p0x7" fmla="*/ 1833 w 1887"/>
              <a:gd name="p0y7" fmla="*/ 3810 h 3810"/>
              <a:gd name="p0x8" fmla="*/ 1767 w 1887"/>
              <a:gd name="p0y8" fmla="*/ 3810 h 3810"/>
              <a:gd name="p0x9" fmla="*/ 120 w 1887"/>
              <a:gd name="p0y9" fmla="*/ 3810 h 3810"/>
              <a:gd name="p0x10" fmla="*/ 53 w 1887"/>
              <a:gd name="p0y10" fmla="*/ 3810 h 3810"/>
              <a:gd name="p0x11" fmla="*/ 0 w 1887"/>
              <a:gd name="p0y11" fmla="*/ 3756 h 3810"/>
              <a:gd name="p0x12" fmla="*/ 0 w 1887"/>
              <a:gd name="p0y12" fmla="*/ 3690 h 3810"/>
              <a:gd name="p0x13" fmla="*/ 0 w 1887"/>
              <a:gd name="p0y13" fmla="*/ 120 h 3810"/>
              <a:gd name="p0x14" fmla="*/ 0 w 1887"/>
              <a:gd name="p0y14" fmla="*/ 53 h 3810"/>
              <a:gd name="p0x15" fmla="*/ 53 w 1887"/>
              <a:gd name="p0y15" fmla="*/ 0 h 3810"/>
              <a:gd name="p0x16" fmla="*/ 120 w 1887"/>
              <a:gd name="p0y16" fmla="*/ 0 h 38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24"/>
            </p:custDataLst>
          </p:nvPr>
        </p:nvSpPr>
        <p:spPr>
          <a:xfrm>
            <a:off x="3503535" y="2378120"/>
            <a:ext cx="339460" cy="33946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4074" t="-12593" r="-4074" b="-12593"/>
          <a:stretch>
            <a:fillRect/>
          </a:stretch>
        </p:blipFill>
        <p:spPr>
          <a:xfrm>
            <a:off x="3581485" y="2439097"/>
            <a:ext cx="183560" cy="212477"/>
          </a:xfrm>
          <a:prstGeom prst="rect">
            <a:avLst/>
          </a:prstGeom>
        </p:spPr>
      </p:pic>
      <p:sp>
        <p:nvSpPr>
          <p:cNvPr id="100" name="文本框 99"/>
          <p:cNvSpPr txBox="1"/>
          <p:nvPr>
            <p:custDataLst>
              <p:tags r:id="rId28"/>
            </p:custDataLst>
          </p:nvPr>
        </p:nvSpPr>
        <p:spPr>
          <a:xfrm>
            <a:off x="3338626" y="2793015"/>
            <a:ext cx="669782" cy="205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Matrix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29"/>
            </p:custDataLst>
          </p:nvPr>
        </p:nvSpPr>
        <p:spPr>
          <a:xfrm>
            <a:off x="3296345" y="3094756"/>
            <a:ext cx="754430" cy="1823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矩阵网格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30"/>
            </p:custDataLst>
          </p:nvPr>
        </p:nvSpPr>
        <p:spPr>
          <a:xfrm>
            <a:off x="4389273" y="1637595"/>
            <a:ext cx="1186222" cy="2395076"/>
          </a:xfrm>
          <a:custGeom>
            <a:avLst/>
            <a:gdLst>
              <a:gd name="sw" fmla="*/ 1 w 1887"/>
              <a:gd name="sh" fmla="*/ 1 h 3810"/>
              <a:gd name="mins" fmla="min sw sh"/>
              <a:gd name="dsw" fmla="+- 0 sw mins"/>
              <a:gd name="dsh" fmla="+- 0 sh mins"/>
              <a:gd name="p0x0" fmla="*/ 120 w 1887"/>
              <a:gd name="p0y0" fmla="*/ 0 h 3810"/>
              <a:gd name="p0x1" fmla="*/ 1767 w 1887"/>
              <a:gd name="p0y1" fmla="*/ 0 h 3810"/>
              <a:gd name="p0x2" fmla="*/ 1833 w 1887"/>
              <a:gd name="p0y2" fmla="*/ 0 h 3810"/>
              <a:gd name="p0x3" fmla="*/ 1887 w 1887"/>
              <a:gd name="p0y3" fmla="*/ 53 h 3810"/>
              <a:gd name="p0x4" fmla="*/ 1887 w 1887"/>
              <a:gd name="p0y4" fmla="*/ 120 h 3810"/>
              <a:gd name="p0x5" fmla="*/ 1887 w 1887"/>
              <a:gd name="p0y5" fmla="*/ 3690 h 3810"/>
              <a:gd name="p0x6" fmla="*/ 1887 w 1887"/>
              <a:gd name="p0y6" fmla="*/ 3756 h 3810"/>
              <a:gd name="p0x7" fmla="*/ 1833 w 1887"/>
              <a:gd name="p0y7" fmla="*/ 3810 h 3810"/>
              <a:gd name="p0x8" fmla="*/ 1767 w 1887"/>
              <a:gd name="p0y8" fmla="*/ 3810 h 3810"/>
              <a:gd name="p0x9" fmla="*/ 120 w 1887"/>
              <a:gd name="p0y9" fmla="*/ 3810 h 3810"/>
              <a:gd name="p0x10" fmla="*/ 53 w 1887"/>
              <a:gd name="p0y10" fmla="*/ 3810 h 3810"/>
              <a:gd name="p0x11" fmla="*/ 0 w 1887"/>
              <a:gd name="p0y11" fmla="*/ 3756 h 3810"/>
              <a:gd name="p0x12" fmla="*/ 0 w 1887"/>
              <a:gd name="p0y12" fmla="*/ 3690 h 3810"/>
              <a:gd name="p0x13" fmla="*/ 0 w 1887"/>
              <a:gd name="p0y13" fmla="*/ 120 h 3810"/>
              <a:gd name="p0x14" fmla="*/ 0 w 1887"/>
              <a:gd name="p0y14" fmla="*/ 53 h 3810"/>
              <a:gd name="p0x15" fmla="*/ 53 w 1887"/>
              <a:gd name="p0y15" fmla="*/ 0 h 3810"/>
              <a:gd name="p0x16" fmla="*/ 120 w 1887"/>
              <a:gd name="p0y16" fmla="*/ 0 h 38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31"/>
            </p:custDataLst>
          </p:nvPr>
        </p:nvSpPr>
        <p:spPr>
          <a:xfrm>
            <a:off x="4812969" y="2378120"/>
            <a:ext cx="339460" cy="33946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4259" t="-20417" r="-4259" b="-20417"/>
          <a:stretch>
            <a:fillRect/>
          </a:stretch>
        </p:blipFill>
        <p:spPr>
          <a:xfrm>
            <a:off x="4890290" y="2439097"/>
            <a:ext cx="184188" cy="212477"/>
          </a:xfrm>
          <a:prstGeom prst="rect">
            <a:avLst/>
          </a:prstGeom>
        </p:spPr>
      </p:pic>
      <p:sp>
        <p:nvSpPr>
          <p:cNvPr id="103" name="文本框 102"/>
          <p:cNvSpPr txBox="1"/>
          <p:nvPr>
            <p:custDataLst>
              <p:tags r:id="rId35"/>
            </p:custDataLst>
          </p:nvPr>
        </p:nvSpPr>
        <p:spPr>
          <a:xfrm>
            <a:off x="4498230" y="2793015"/>
            <a:ext cx="969025" cy="205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Dict/Hash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36"/>
            </p:custDataLst>
          </p:nvPr>
        </p:nvSpPr>
        <p:spPr>
          <a:xfrm>
            <a:off x="4680925" y="3094756"/>
            <a:ext cx="603559" cy="1823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哈希表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37"/>
            </p:custDataLst>
          </p:nvPr>
        </p:nvSpPr>
        <p:spPr>
          <a:xfrm>
            <a:off x="461600" y="4155253"/>
            <a:ext cx="1186851" cy="2395076"/>
          </a:xfrm>
          <a:custGeom>
            <a:avLst/>
            <a:gdLst>
              <a:gd name="sw" fmla="*/ 1 w 1887"/>
              <a:gd name="sh" fmla="*/ 1 h 3810"/>
              <a:gd name="mins" fmla="min sw sh"/>
              <a:gd name="dsw" fmla="+- 0 sw mins"/>
              <a:gd name="dsh" fmla="+- 0 sh mins"/>
              <a:gd name="p0x0" fmla="*/ 120 w 1887"/>
              <a:gd name="p0y0" fmla="*/ 0 h 3810"/>
              <a:gd name="p0x1" fmla="*/ 1767 w 1887"/>
              <a:gd name="p0y1" fmla="*/ 0 h 3810"/>
              <a:gd name="p0x2" fmla="*/ 1833 w 1887"/>
              <a:gd name="p0y2" fmla="*/ 0 h 3810"/>
              <a:gd name="p0x3" fmla="*/ 1887 w 1887"/>
              <a:gd name="p0y3" fmla="*/ 53 h 3810"/>
              <a:gd name="p0x4" fmla="*/ 1887 w 1887"/>
              <a:gd name="p0y4" fmla="*/ 120 h 3810"/>
              <a:gd name="p0x5" fmla="*/ 1887 w 1887"/>
              <a:gd name="p0y5" fmla="*/ 3690 h 3810"/>
              <a:gd name="p0x6" fmla="*/ 1887 w 1887"/>
              <a:gd name="p0y6" fmla="*/ 3756 h 3810"/>
              <a:gd name="p0x7" fmla="*/ 1833 w 1887"/>
              <a:gd name="p0y7" fmla="*/ 3810 h 3810"/>
              <a:gd name="p0x8" fmla="*/ 1767 w 1887"/>
              <a:gd name="p0y8" fmla="*/ 3810 h 3810"/>
              <a:gd name="p0x9" fmla="*/ 120 w 1887"/>
              <a:gd name="p0y9" fmla="*/ 3810 h 3810"/>
              <a:gd name="p0x10" fmla="*/ 53 w 1887"/>
              <a:gd name="p0y10" fmla="*/ 3810 h 3810"/>
              <a:gd name="p0x11" fmla="*/ 0 w 1887"/>
              <a:gd name="p0y11" fmla="*/ 3756 h 3810"/>
              <a:gd name="p0x12" fmla="*/ 0 w 1887"/>
              <a:gd name="p0y12" fmla="*/ 3690 h 3810"/>
              <a:gd name="p0x13" fmla="*/ 0 w 1887"/>
              <a:gd name="p0y13" fmla="*/ 120 h 3810"/>
              <a:gd name="p0x14" fmla="*/ 0 w 1887"/>
              <a:gd name="p0y14" fmla="*/ 53 h 3810"/>
              <a:gd name="p0x15" fmla="*/ 53 w 1887"/>
              <a:gd name="p0y15" fmla="*/ 0 h 3810"/>
              <a:gd name="p0x16" fmla="*/ 120 w 1887"/>
              <a:gd name="p0y16" fmla="*/ 0 h 38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38"/>
            </p:custDataLst>
          </p:nvPr>
        </p:nvSpPr>
        <p:spPr>
          <a:xfrm>
            <a:off x="885296" y="4895778"/>
            <a:ext cx="339460" cy="33946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951302" y="4956755"/>
            <a:ext cx="207447" cy="212477"/>
          </a:xfrm>
          <a:prstGeom prst="rect">
            <a:avLst/>
          </a:prstGeom>
        </p:spPr>
      </p:pic>
      <p:sp>
        <p:nvSpPr>
          <p:cNvPr id="106" name="文本框 105"/>
          <p:cNvSpPr txBox="1"/>
          <p:nvPr>
            <p:custDataLst>
              <p:tags r:id="rId42"/>
            </p:custDataLst>
          </p:nvPr>
        </p:nvSpPr>
        <p:spPr>
          <a:xfrm>
            <a:off x="742148" y="5310673"/>
            <a:ext cx="626029" cy="205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Stack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7" name="文本框 106"/>
          <p:cNvSpPr txBox="1"/>
          <p:nvPr>
            <p:custDataLst>
              <p:tags r:id="rId43"/>
            </p:custDataLst>
          </p:nvPr>
        </p:nvSpPr>
        <p:spPr>
          <a:xfrm>
            <a:off x="602545" y="5612415"/>
            <a:ext cx="905301" cy="1823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栈操作场景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44"/>
            </p:custDataLst>
          </p:nvPr>
        </p:nvSpPr>
        <p:spPr>
          <a:xfrm>
            <a:off x="1771034" y="4155253"/>
            <a:ext cx="1186222" cy="2395076"/>
          </a:xfrm>
          <a:custGeom>
            <a:avLst/>
            <a:gdLst>
              <a:gd name="sw" fmla="*/ 1 w 1887"/>
              <a:gd name="sh" fmla="*/ 1 h 3810"/>
              <a:gd name="mins" fmla="min sw sh"/>
              <a:gd name="dsw" fmla="+- 0 sw mins"/>
              <a:gd name="dsh" fmla="+- 0 sh mins"/>
              <a:gd name="p0x0" fmla="*/ 120 w 1887"/>
              <a:gd name="p0y0" fmla="*/ 0 h 3810"/>
              <a:gd name="p0x1" fmla="*/ 1767 w 1887"/>
              <a:gd name="p0y1" fmla="*/ 0 h 3810"/>
              <a:gd name="p0x2" fmla="*/ 1833 w 1887"/>
              <a:gd name="p0y2" fmla="*/ 0 h 3810"/>
              <a:gd name="p0x3" fmla="*/ 1887 w 1887"/>
              <a:gd name="p0y3" fmla="*/ 53 h 3810"/>
              <a:gd name="p0x4" fmla="*/ 1887 w 1887"/>
              <a:gd name="p0y4" fmla="*/ 120 h 3810"/>
              <a:gd name="p0x5" fmla="*/ 1887 w 1887"/>
              <a:gd name="p0y5" fmla="*/ 3690 h 3810"/>
              <a:gd name="p0x6" fmla="*/ 1887 w 1887"/>
              <a:gd name="p0y6" fmla="*/ 3756 h 3810"/>
              <a:gd name="p0x7" fmla="*/ 1833 w 1887"/>
              <a:gd name="p0y7" fmla="*/ 3810 h 3810"/>
              <a:gd name="p0x8" fmla="*/ 1767 w 1887"/>
              <a:gd name="p0y8" fmla="*/ 3810 h 3810"/>
              <a:gd name="p0x9" fmla="*/ 120 w 1887"/>
              <a:gd name="p0y9" fmla="*/ 3810 h 3810"/>
              <a:gd name="p0x10" fmla="*/ 53 w 1887"/>
              <a:gd name="p0y10" fmla="*/ 3810 h 3810"/>
              <a:gd name="p0x11" fmla="*/ 0 w 1887"/>
              <a:gd name="p0y11" fmla="*/ 3756 h 3810"/>
              <a:gd name="p0x12" fmla="*/ 0 w 1887"/>
              <a:gd name="p0y12" fmla="*/ 3690 h 3810"/>
              <a:gd name="p0x13" fmla="*/ 0 w 1887"/>
              <a:gd name="p0y13" fmla="*/ 120 h 3810"/>
              <a:gd name="p0x14" fmla="*/ 0 w 1887"/>
              <a:gd name="p0y14" fmla="*/ 53 h 3810"/>
              <a:gd name="p0x15" fmla="*/ 53 w 1887"/>
              <a:gd name="p0y15" fmla="*/ 0 h 3810"/>
              <a:gd name="p0x16" fmla="*/ 120 w 1887"/>
              <a:gd name="p0y16" fmla="*/ 0 h 38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45"/>
            </p:custDataLst>
          </p:nvPr>
        </p:nvSpPr>
        <p:spPr>
          <a:xfrm>
            <a:off x="2194101" y="4895778"/>
            <a:ext cx="339460" cy="33946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08" name="图片 107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2260107" y="4956755"/>
            <a:ext cx="207447" cy="212477"/>
          </a:xfrm>
          <a:prstGeom prst="rect">
            <a:avLst/>
          </a:prstGeom>
        </p:spPr>
      </p:pic>
      <p:sp>
        <p:nvSpPr>
          <p:cNvPr id="109" name="文本框 108"/>
          <p:cNvSpPr txBox="1"/>
          <p:nvPr>
            <p:custDataLst>
              <p:tags r:id="rId49"/>
            </p:custDataLst>
          </p:nvPr>
        </p:nvSpPr>
        <p:spPr>
          <a:xfrm>
            <a:off x="2012321" y="5310673"/>
            <a:ext cx="704039" cy="205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Queue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50"/>
            </p:custDataLst>
          </p:nvPr>
        </p:nvSpPr>
        <p:spPr>
          <a:xfrm>
            <a:off x="1836254" y="5612415"/>
            <a:ext cx="1056172" cy="1823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队列操作场景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51"/>
            </p:custDataLst>
          </p:nvPr>
        </p:nvSpPr>
        <p:spPr>
          <a:xfrm>
            <a:off x="3079839" y="4155253"/>
            <a:ext cx="1186851" cy="2395076"/>
          </a:xfrm>
          <a:custGeom>
            <a:avLst/>
            <a:gdLst>
              <a:gd name="sw" fmla="*/ 1 w 1887"/>
              <a:gd name="sh" fmla="*/ 1 h 3810"/>
              <a:gd name="mins" fmla="min sw sh"/>
              <a:gd name="dsw" fmla="+- 0 sw mins"/>
              <a:gd name="dsh" fmla="+- 0 sh mins"/>
              <a:gd name="p0x0" fmla="*/ 120 w 1887"/>
              <a:gd name="p0y0" fmla="*/ 0 h 3810"/>
              <a:gd name="p0x1" fmla="*/ 1767 w 1887"/>
              <a:gd name="p0y1" fmla="*/ 0 h 3810"/>
              <a:gd name="p0x2" fmla="*/ 1833 w 1887"/>
              <a:gd name="p0y2" fmla="*/ 0 h 3810"/>
              <a:gd name="p0x3" fmla="*/ 1887 w 1887"/>
              <a:gd name="p0y3" fmla="*/ 53 h 3810"/>
              <a:gd name="p0x4" fmla="*/ 1887 w 1887"/>
              <a:gd name="p0y4" fmla="*/ 120 h 3810"/>
              <a:gd name="p0x5" fmla="*/ 1887 w 1887"/>
              <a:gd name="p0y5" fmla="*/ 3690 h 3810"/>
              <a:gd name="p0x6" fmla="*/ 1887 w 1887"/>
              <a:gd name="p0y6" fmla="*/ 3756 h 3810"/>
              <a:gd name="p0x7" fmla="*/ 1833 w 1887"/>
              <a:gd name="p0y7" fmla="*/ 3810 h 3810"/>
              <a:gd name="p0x8" fmla="*/ 1767 w 1887"/>
              <a:gd name="p0y8" fmla="*/ 3810 h 3810"/>
              <a:gd name="p0x9" fmla="*/ 120 w 1887"/>
              <a:gd name="p0y9" fmla="*/ 3810 h 3810"/>
              <a:gd name="p0x10" fmla="*/ 53 w 1887"/>
              <a:gd name="p0y10" fmla="*/ 3810 h 3810"/>
              <a:gd name="p0x11" fmla="*/ 0 w 1887"/>
              <a:gd name="p0y11" fmla="*/ 3756 h 3810"/>
              <a:gd name="p0x12" fmla="*/ 0 w 1887"/>
              <a:gd name="p0y12" fmla="*/ 3690 h 3810"/>
              <a:gd name="p0x13" fmla="*/ 0 w 1887"/>
              <a:gd name="p0y13" fmla="*/ 120 h 3810"/>
              <a:gd name="p0x14" fmla="*/ 0 w 1887"/>
              <a:gd name="p0y14" fmla="*/ 53 h 3810"/>
              <a:gd name="p0x15" fmla="*/ 53 w 1887"/>
              <a:gd name="p0y15" fmla="*/ 0 h 3810"/>
              <a:gd name="p0x16" fmla="*/ 120 w 1887"/>
              <a:gd name="p0y16" fmla="*/ 0 h 38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52"/>
            </p:custDataLst>
          </p:nvPr>
        </p:nvSpPr>
        <p:spPr>
          <a:xfrm>
            <a:off x="3503535" y="4782625"/>
            <a:ext cx="339460" cy="33946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11" name="图片 110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3555083" y="4843602"/>
            <a:ext cx="235736" cy="212477"/>
          </a:xfrm>
          <a:prstGeom prst="rect">
            <a:avLst/>
          </a:prstGeom>
        </p:spPr>
      </p:pic>
      <p:sp>
        <p:nvSpPr>
          <p:cNvPr id="112" name="文本框 111"/>
          <p:cNvSpPr txBox="1"/>
          <p:nvPr>
            <p:custDataLst>
              <p:tags r:id="rId56"/>
            </p:custDataLst>
          </p:nvPr>
        </p:nvSpPr>
        <p:spPr>
          <a:xfrm>
            <a:off x="3249198" y="5197520"/>
            <a:ext cx="848724" cy="4111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ctr"/>
            <a:r>
              <a:rPr sz="14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SlidingWindow</a:t>
            </a:r>
            <a:endParaRPr sz="14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3" name="文本框 112"/>
          <p:cNvSpPr txBox="1"/>
          <p:nvPr>
            <p:custDataLst>
              <p:tags r:id="rId57"/>
            </p:custDataLst>
          </p:nvPr>
        </p:nvSpPr>
        <p:spPr>
          <a:xfrm>
            <a:off x="3296345" y="5725568"/>
            <a:ext cx="754430" cy="1823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滑动窗口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58"/>
            </p:custDataLst>
          </p:nvPr>
        </p:nvSpPr>
        <p:spPr>
          <a:xfrm>
            <a:off x="4389273" y="4155253"/>
            <a:ext cx="1186222" cy="2395076"/>
          </a:xfrm>
          <a:custGeom>
            <a:avLst/>
            <a:gdLst>
              <a:gd name="sw" fmla="*/ 1 w 1887"/>
              <a:gd name="sh" fmla="*/ 1 h 3810"/>
              <a:gd name="mins" fmla="min sw sh"/>
              <a:gd name="dsw" fmla="+- 0 sw mins"/>
              <a:gd name="dsh" fmla="+- 0 sh mins"/>
              <a:gd name="p0x0" fmla="*/ 120 w 1887"/>
              <a:gd name="p0y0" fmla="*/ 0 h 3810"/>
              <a:gd name="p0x1" fmla="*/ 1767 w 1887"/>
              <a:gd name="p0y1" fmla="*/ 0 h 3810"/>
              <a:gd name="p0x2" fmla="*/ 1833 w 1887"/>
              <a:gd name="p0y2" fmla="*/ 0 h 3810"/>
              <a:gd name="p0x3" fmla="*/ 1887 w 1887"/>
              <a:gd name="p0y3" fmla="*/ 53 h 3810"/>
              <a:gd name="p0x4" fmla="*/ 1887 w 1887"/>
              <a:gd name="p0y4" fmla="*/ 120 h 3810"/>
              <a:gd name="p0x5" fmla="*/ 1887 w 1887"/>
              <a:gd name="p0y5" fmla="*/ 3690 h 3810"/>
              <a:gd name="p0x6" fmla="*/ 1887 w 1887"/>
              <a:gd name="p0y6" fmla="*/ 3756 h 3810"/>
              <a:gd name="p0x7" fmla="*/ 1833 w 1887"/>
              <a:gd name="p0y7" fmla="*/ 3810 h 3810"/>
              <a:gd name="p0x8" fmla="*/ 1767 w 1887"/>
              <a:gd name="p0y8" fmla="*/ 3810 h 3810"/>
              <a:gd name="p0x9" fmla="*/ 120 w 1887"/>
              <a:gd name="p0y9" fmla="*/ 3810 h 3810"/>
              <a:gd name="p0x10" fmla="*/ 53 w 1887"/>
              <a:gd name="p0y10" fmla="*/ 3810 h 3810"/>
              <a:gd name="p0x11" fmla="*/ 0 w 1887"/>
              <a:gd name="p0y11" fmla="*/ 3756 h 3810"/>
              <a:gd name="p0x12" fmla="*/ 0 w 1887"/>
              <a:gd name="p0y12" fmla="*/ 3690 h 3810"/>
              <a:gd name="p0x13" fmla="*/ 0 w 1887"/>
              <a:gd name="p0y13" fmla="*/ 120 h 3810"/>
              <a:gd name="p0x14" fmla="*/ 0 w 1887"/>
              <a:gd name="p0y14" fmla="*/ 53 h 3810"/>
              <a:gd name="p0x15" fmla="*/ 53 w 1887"/>
              <a:gd name="p0y15" fmla="*/ 0 h 3810"/>
              <a:gd name="p0x16" fmla="*/ 120 w 1887"/>
              <a:gd name="p0y16" fmla="*/ 0 h 38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9" name="任意多边形 78"/>
          <p:cNvSpPr/>
          <p:nvPr>
            <p:custDataLst>
              <p:tags r:id="rId59"/>
            </p:custDataLst>
          </p:nvPr>
        </p:nvSpPr>
        <p:spPr>
          <a:xfrm>
            <a:off x="4812969" y="4895778"/>
            <a:ext cx="339460" cy="33946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14" name="图片 113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 l="-2381" t="-20417" r="-2381" b="-20417"/>
          <a:stretch>
            <a:fillRect/>
          </a:stretch>
        </p:blipFill>
        <p:spPr>
          <a:xfrm>
            <a:off x="4878975" y="4956755"/>
            <a:ext cx="207447" cy="212477"/>
          </a:xfrm>
          <a:prstGeom prst="rect">
            <a:avLst/>
          </a:prstGeom>
        </p:spPr>
      </p:pic>
      <p:sp>
        <p:nvSpPr>
          <p:cNvPr id="115" name="文本框 114"/>
          <p:cNvSpPr txBox="1"/>
          <p:nvPr>
            <p:custDataLst>
              <p:tags r:id="rId63"/>
            </p:custDataLst>
          </p:nvPr>
        </p:nvSpPr>
        <p:spPr>
          <a:xfrm>
            <a:off x="4562766" y="5310673"/>
            <a:ext cx="839880" cy="205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Memory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6" name="文本框 115"/>
          <p:cNvSpPr txBox="1"/>
          <p:nvPr>
            <p:custDataLst>
              <p:tags r:id="rId64"/>
            </p:custDataLst>
          </p:nvPr>
        </p:nvSpPr>
        <p:spPr>
          <a:xfrm>
            <a:off x="4605490" y="5612415"/>
            <a:ext cx="754430" cy="1823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内存布局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65"/>
            </p:custDataLst>
          </p:nvPr>
        </p:nvSpPr>
        <p:spPr>
          <a:xfrm>
            <a:off x="5848949" y="1637595"/>
            <a:ext cx="5541363" cy="2070075"/>
          </a:xfrm>
          <a:custGeom>
            <a:avLst/>
            <a:gdLst>
              <a:gd name="sw" fmla="*/ 1 w 8814"/>
              <a:gd name="sh" fmla="*/ 1 h 3292"/>
              <a:gd name="mins" fmla="min sw sh"/>
              <a:gd name="dsw" fmla="+- 0 sw mins"/>
              <a:gd name="dsh" fmla="+- 0 sh mins"/>
              <a:gd name="p0x0" fmla="*/ 120 w 8814"/>
              <a:gd name="p0y0" fmla="*/ 0 h 3292"/>
              <a:gd name="p0x1" fmla="*/ 8694 w 8814"/>
              <a:gd name="p0y1" fmla="*/ 0 h 3292"/>
              <a:gd name="p0x2" fmla="*/ 8760 w 8814"/>
              <a:gd name="p0y2" fmla="*/ 0 h 3292"/>
              <a:gd name="p0x3" fmla="*/ 8814 w 8814"/>
              <a:gd name="p0y3" fmla="*/ 53 h 3292"/>
              <a:gd name="p0x4" fmla="*/ 8814 w 8814"/>
              <a:gd name="p0y4" fmla="*/ 120 h 3292"/>
              <a:gd name="p0x5" fmla="*/ 8814 w 8814"/>
              <a:gd name="p0y5" fmla="*/ 3172 h 3292"/>
              <a:gd name="p0x6" fmla="*/ 8814 w 8814"/>
              <a:gd name="p0y6" fmla="*/ 3238 h 3292"/>
              <a:gd name="p0x7" fmla="*/ 8760 w 8814"/>
              <a:gd name="p0y7" fmla="*/ 3292 h 3292"/>
              <a:gd name="p0x8" fmla="*/ 8694 w 8814"/>
              <a:gd name="p0y8" fmla="*/ 3292 h 3292"/>
              <a:gd name="p0x9" fmla="*/ 120 w 8814"/>
              <a:gd name="p0y9" fmla="*/ 3292 h 3292"/>
              <a:gd name="p0x10" fmla="*/ 53 w 8814"/>
              <a:gd name="p0y10" fmla="*/ 3292 h 3292"/>
              <a:gd name="p0x11" fmla="*/ 0 w 8814"/>
              <a:gd name="p0y11" fmla="*/ 3238 h 3292"/>
              <a:gd name="p0x12" fmla="*/ 0 w 8814"/>
              <a:gd name="p0y12" fmla="*/ 3172 h 3292"/>
              <a:gd name="p0x13" fmla="*/ 0 w 8814"/>
              <a:gd name="p0y13" fmla="*/ 120 h 3292"/>
              <a:gd name="p0x14" fmla="*/ 0 w 8814"/>
              <a:gd name="p0y14" fmla="*/ 53 h 3292"/>
              <a:gd name="p0x15" fmla="*/ 53 w 8814"/>
              <a:gd name="p0y15" fmla="*/ 0 h 3292"/>
              <a:gd name="p0x16" fmla="*/ 120 w 8814"/>
              <a:gd name="p0y16" fmla="*/ 0 h 32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66"/>
            </p:custDataLst>
          </p:nvPr>
        </p:nvSpPr>
        <p:spPr>
          <a:xfrm>
            <a:off x="6042567" y="1953795"/>
            <a:ext cx="56577" cy="56577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7" name="文本框 116"/>
          <p:cNvSpPr txBox="1"/>
          <p:nvPr>
            <p:custDataLst>
              <p:tags r:id="rId67"/>
            </p:custDataLst>
          </p:nvPr>
        </p:nvSpPr>
        <p:spPr>
          <a:xfrm>
            <a:off x="6174821" y="1817069"/>
            <a:ext cx="4272343" cy="3029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en-US"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Python </a:t>
            </a:r>
            <a:r>
              <a:rPr lang="zh-CN"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追踪：</a:t>
            </a:r>
            <a:r>
              <a:rPr lang="en-US"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sys.settrace </a:t>
            </a:r>
            <a:r>
              <a:rPr lang="zh-CN" altLang="en-US"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逐行记录变量变化</a:t>
            </a:r>
            <a:endParaRPr lang="zh-CN" altLang="en-US" sz="16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2" name="任意多边形 81"/>
          <p:cNvSpPr/>
          <p:nvPr>
            <p:custDataLst>
              <p:tags r:id="rId68"/>
            </p:custDataLst>
          </p:nvPr>
        </p:nvSpPr>
        <p:spPr>
          <a:xfrm>
            <a:off x="6042567" y="2305199"/>
            <a:ext cx="56577" cy="56577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8" name="文本框 117"/>
          <p:cNvSpPr txBox="1"/>
          <p:nvPr>
            <p:custDataLst>
              <p:tags r:id="rId69"/>
            </p:custDataLst>
          </p:nvPr>
        </p:nvSpPr>
        <p:spPr>
          <a:xfrm>
            <a:off x="6174821" y="2168758"/>
            <a:ext cx="4113957" cy="3029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en-US"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C++ </a:t>
            </a:r>
            <a:r>
              <a:rPr lang="zh-CN"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追踪：</a:t>
            </a:r>
            <a:r>
              <a:rPr lang="en-US"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GDB MI </a:t>
            </a:r>
            <a:r>
              <a:rPr lang="zh-CN" altLang="en-US"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接口提取</a:t>
            </a:r>
            <a:r>
              <a:rPr lang="en-US" altLang="zh-CN"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STL </a:t>
            </a:r>
            <a:r>
              <a:rPr lang="zh-CN" altLang="en-US"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容器状态</a:t>
            </a:r>
            <a:endParaRPr lang="zh-CN" altLang="en-US" sz="16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3" name="任意多边形 82"/>
          <p:cNvSpPr/>
          <p:nvPr>
            <p:custDataLst>
              <p:tags r:id="rId70"/>
            </p:custDataLst>
          </p:nvPr>
        </p:nvSpPr>
        <p:spPr>
          <a:xfrm>
            <a:off x="6042567" y="2656602"/>
            <a:ext cx="56577" cy="56577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9" name="文本框 118"/>
          <p:cNvSpPr txBox="1"/>
          <p:nvPr>
            <p:custDataLst>
              <p:tags r:id="rId71"/>
            </p:custDataLst>
          </p:nvPr>
        </p:nvSpPr>
        <p:spPr>
          <a:xfrm>
            <a:off x="6174821" y="2520447"/>
            <a:ext cx="3629963" cy="3029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14</a:t>
            </a:r>
            <a:r>
              <a:rPr lang="zh-CN" sz="15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种可视化组件：</a:t>
            </a:r>
            <a:r>
              <a:rPr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覆盖主要数据结构类型</a:t>
            </a:r>
            <a:endParaRPr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4" name="任意多边形 83"/>
          <p:cNvSpPr/>
          <p:nvPr>
            <p:custDataLst>
              <p:tags r:id="rId72"/>
            </p:custDataLst>
          </p:nvPr>
        </p:nvSpPr>
        <p:spPr>
          <a:xfrm>
            <a:off x="6042567" y="3008634"/>
            <a:ext cx="56577" cy="56577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73"/>
            </p:custDataLst>
          </p:nvPr>
        </p:nvSpPr>
        <p:spPr>
          <a:xfrm>
            <a:off x="6174821" y="2872137"/>
            <a:ext cx="3017418" cy="3029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逐步回放：</a:t>
            </a:r>
            <a:r>
              <a:rPr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支持暂停、快进、跳转</a:t>
            </a:r>
            <a:endParaRPr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5" name="任意多边形 84"/>
          <p:cNvSpPr/>
          <p:nvPr>
            <p:custDataLst>
              <p:tags r:id="rId74"/>
            </p:custDataLst>
          </p:nvPr>
        </p:nvSpPr>
        <p:spPr>
          <a:xfrm>
            <a:off x="6042567" y="3360038"/>
            <a:ext cx="56577" cy="56577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1" name="文本框 120"/>
          <p:cNvSpPr txBox="1"/>
          <p:nvPr>
            <p:custDataLst>
              <p:tags r:id="rId75"/>
            </p:custDataLst>
          </p:nvPr>
        </p:nvSpPr>
        <p:spPr>
          <a:xfrm>
            <a:off x="6174821" y="3223826"/>
            <a:ext cx="3721457" cy="3029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叙述生成：</a:t>
            </a:r>
            <a:r>
              <a:rPr lang="zh-CN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模板</a:t>
            </a:r>
            <a:r>
              <a:rPr lang="en-US" altLang="zh-CN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+LLM</a:t>
            </a:r>
            <a:r>
              <a:rPr lang="zh-CN" altLang="en-US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双模式自然语言描述</a:t>
            </a:r>
            <a:endParaRPr lang="zh-CN" altLang="en-US"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76"/>
            </p:custDataLst>
          </p:nvPr>
        </p:nvSpPr>
        <p:spPr>
          <a:xfrm>
            <a:off x="5848949" y="3830252"/>
            <a:ext cx="5541363" cy="2069446"/>
          </a:xfrm>
          <a:custGeom>
            <a:avLst/>
            <a:gdLst>
              <a:gd name="sw" fmla="*/ 1 w 8814"/>
              <a:gd name="sh" fmla="*/ 1 h 3292"/>
              <a:gd name="mins" fmla="min sw sh"/>
              <a:gd name="dsw" fmla="+- 0 sw mins"/>
              <a:gd name="dsh" fmla="+- 0 sh mins"/>
              <a:gd name="p0x0" fmla="*/ 120 w 8814"/>
              <a:gd name="p0y0" fmla="*/ 0 h 3292"/>
              <a:gd name="p0x1" fmla="*/ 8694 w 8814"/>
              <a:gd name="p0y1" fmla="*/ 0 h 3292"/>
              <a:gd name="p0x2" fmla="*/ 8760 w 8814"/>
              <a:gd name="p0y2" fmla="*/ 0 h 3292"/>
              <a:gd name="p0x3" fmla="*/ 8814 w 8814"/>
              <a:gd name="p0y3" fmla="*/ 53 h 3292"/>
              <a:gd name="p0x4" fmla="*/ 8814 w 8814"/>
              <a:gd name="p0y4" fmla="*/ 120 h 3292"/>
              <a:gd name="p0x5" fmla="*/ 8814 w 8814"/>
              <a:gd name="p0y5" fmla="*/ 3172 h 3292"/>
              <a:gd name="p0x6" fmla="*/ 8814 w 8814"/>
              <a:gd name="p0y6" fmla="*/ 3238 h 3292"/>
              <a:gd name="p0x7" fmla="*/ 8760 w 8814"/>
              <a:gd name="p0y7" fmla="*/ 3292 h 3292"/>
              <a:gd name="p0x8" fmla="*/ 8694 w 8814"/>
              <a:gd name="p0y8" fmla="*/ 3292 h 3292"/>
              <a:gd name="p0x9" fmla="*/ 120 w 8814"/>
              <a:gd name="p0y9" fmla="*/ 3292 h 3292"/>
              <a:gd name="p0x10" fmla="*/ 53 w 8814"/>
              <a:gd name="p0y10" fmla="*/ 3292 h 3292"/>
              <a:gd name="p0x11" fmla="*/ 0 w 8814"/>
              <a:gd name="p0y11" fmla="*/ 3238 h 3292"/>
              <a:gd name="p0x12" fmla="*/ 0 w 8814"/>
              <a:gd name="p0y12" fmla="*/ 3172 h 3292"/>
              <a:gd name="p0x13" fmla="*/ 0 w 8814"/>
              <a:gd name="p0y13" fmla="*/ 120 h 3292"/>
              <a:gd name="p0x14" fmla="*/ 0 w 8814"/>
              <a:gd name="p0y14" fmla="*/ 53 h 3292"/>
              <a:gd name="p0x15" fmla="*/ 53 w 8814"/>
              <a:gd name="p0y15" fmla="*/ 0 h 3292"/>
              <a:gd name="p0x16" fmla="*/ 120 w 8814"/>
              <a:gd name="p0y16" fmla="*/ 0 h 32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7" name="任意多边形 86"/>
          <p:cNvSpPr/>
          <p:nvPr>
            <p:custDataLst>
              <p:tags r:id="rId77"/>
            </p:custDataLst>
          </p:nvPr>
        </p:nvSpPr>
        <p:spPr>
          <a:xfrm>
            <a:off x="6042567" y="4023241"/>
            <a:ext cx="339460" cy="33946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22" name="图片 121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 l="-6818" t="-3492" r="-6818" b="-3492"/>
          <a:stretch>
            <a:fillRect/>
          </a:stretch>
        </p:blipFill>
        <p:spPr>
          <a:xfrm>
            <a:off x="6094114" y="4084847"/>
            <a:ext cx="235736" cy="211848"/>
          </a:xfrm>
          <a:prstGeom prst="rect">
            <a:avLst/>
          </a:prstGeom>
        </p:spPr>
      </p:pic>
      <p:sp>
        <p:nvSpPr>
          <p:cNvPr id="123" name="文本框 122"/>
          <p:cNvSpPr txBox="1"/>
          <p:nvPr>
            <p:custDataLst>
              <p:tags r:id="rId81"/>
            </p:custDataLst>
          </p:nvPr>
        </p:nvSpPr>
        <p:spPr>
          <a:xfrm>
            <a:off x="6495421" y="4036756"/>
            <a:ext cx="1131607" cy="2847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技术亮点</a:t>
            </a:r>
            <a:endParaRPr b="1">
              <a:solidFill>
                <a:srgbClr val="000000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4" name="文本框 123"/>
          <p:cNvSpPr txBox="1"/>
          <p:nvPr>
            <p:custDataLst>
              <p:tags r:id="rId82"/>
            </p:custDataLst>
          </p:nvPr>
        </p:nvSpPr>
        <p:spPr>
          <a:xfrm>
            <a:off x="6042809" y="4423363"/>
            <a:ext cx="5154513" cy="8184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en-US" altLang="en-US" sz="14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C++ GDB</a:t>
            </a:r>
            <a:r>
              <a:rPr lang="zh-CN" altLang="en-US" sz="14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追踪通过</a:t>
            </a:r>
            <a:r>
              <a:rPr lang="en-US" altLang="zh-CN" sz="14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Python pretty-printer</a:t>
            </a:r>
            <a:r>
              <a:rPr lang="zh-CN" altLang="en-US" sz="14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提取</a:t>
            </a:r>
            <a:r>
              <a:rPr lang="en-US" altLang="zh-CN" sz="14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STL</a:t>
            </a:r>
            <a:r>
              <a:rPr lang="zh-CN" altLang="en-US" sz="14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内部状态，这在教育类工具中极为罕见。支持</a:t>
            </a:r>
            <a:r>
              <a:rPr lang="en-US" altLang="zh-CN" sz="14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vector/list/map/set/stack/queue </a:t>
            </a:r>
            <a:r>
              <a:rPr lang="zh-CN" altLang="en-US" sz="14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等容器。</a:t>
            </a:r>
            <a:endParaRPr lang="zh-CN" altLang="en-US" sz="1400">
              <a:solidFill>
                <a:srgbClr val="000000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</p:spTree>
    <p:custDataLst>
      <p:tags r:id="rId8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</a:rPr>
              <a:t>核心功能展示</a:t>
            </a:r>
            <a:endParaRPr lang="zh-CN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626212" y="1496376"/>
            <a:ext cx="8915978" cy="477913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9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/>
          <p:cNvSpPr txBox="1"/>
          <p:nvPr>
            <p:custDataLst>
              <p:tags r:id="rId10"/>
            </p:custDataLst>
          </p:nvPr>
        </p:nvSpPr>
        <p:spPr>
          <a:xfrm>
            <a:off x="1892883" y="1731304"/>
            <a:ext cx="8382634" cy="430927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n-US" altLang="en-US" sz="1800" spc="10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汉仪雅酷黑 55W" panose="00020600040101010101" charset="-122"/>
                <a:ea typeface="汉仪雅酷黑 55W" panose="00020600040101010101" charset="-122"/>
                <a:cs typeface="微软雅黑" panose="020B0503020204020204" charset="-122"/>
              </a:rPr>
              <a:t>03</a:t>
            </a:r>
            <a:endParaRPr lang="en-US" altLang="en-US" sz="1800" spc="10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汉仪雅酷黑 55W" panose="00020600040101010101" charset="-122"/>
              <a:ea typeface="汉仪雅酷黑 55W" panose="00020600040101010101" charset="-122"/>
              <a:cs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3" name="图片 12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6 维学生画像系统</a:t>
            </a:r>
            <a:endParaRPr 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5"/>
            </p:custDataLst>
          </p:nvPr>
        </p:nvSpPr>
        <p:spPr>
          <a:xfrm>
            <a:off x="2445542" y="5645244"/>
            <a:ext cx="544937" cy="329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algn="l"/>
            <a:r>
              <a:rPr sz="21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21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6"/>
            </p:custDataLst>
          </p:nvPr>
        </p:nvSpPr>
        <p:spPr>
          <a:xfrm>
            <a:off x="4788742" y="5645244"/>
            <a:ext cx="544937" cy="329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algn="l"/>
            <a:r>
              <a:rPr sz="21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21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7"/>
            </p:custDataLst>
          </p:nvPr>
        </p:nvSpPr>
        <p:spPr>
          <a:xfrm>
            <a:off x="7131942" y="5645244"/>
            <a:ext cx="544937" cy="329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algn="l"/>
            <a:r>
              <a:rPr sz="21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21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8"/>
            </p:custDataLst>
          </p:nvPr>
        </p:nvSpPr>
        <p:spPr>
          <a:xfrm>
            <a:off x="9475141" y="5645244"/>
            <a:ext cx="544937" cy="329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algn="l"/>
            <a:r>
              <a:rPr sz="21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21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9"/>
            </p:custDataLst>
          </p:nvPr>
        </p:nvSpPr>
        <p:spPr>
          <a:xfrm>
            <a:off x="457200" y="1377219"/>
            <a:ext cx="3623182" cy="1469384"/>
          </a:xfrm>
          <a:custGeom>
            <a:avLst/>
            <a:gdLst>
              <a:gd name="sw" fmla="*/ 1 w 5584"/>
              <a:gd name="sh" fmla="*/ 1 h 2265"/>
              <a:gd name="mins" fmla="min sw sh"/>
              <a:gd name="dsw" fmla="+- 0 sw mins"/>
              <a:gd name="dsh" fmla="+- 0 sh mins"/>
              <a:gd name="p0x0" fmla="*/ 120 w 5584"/>
              <a:gd name="p0y0" fmla="*/ 0 h 2265"/>
              <a:gd name="p0x1" fmla="*/ 5464 w 5584"/>
              <a:gd name="p0y1" fmla="*/ 0 h 2265"/>
              <a:gd name="p0x2" fmla="*/ 5531 w 5584"/>
              <a:gd name="p0y2" fmla="*/ 0 h 2265"/>
              <a:gd name="p0x3" fmla="*/ 5584 w 5584"/>
              <a:gd name="p0y3" fmla="*/ 53 h 2265"/>
              <a:gd name="p0x4" fmla="*/ 5584 w 5584"/>
              <a:gd name="p0y4" fmla="*/ 120 h 2265"/>
              <a:gd name="p0x5" fmla="*/ 5584 w 5584"/>
              <a:gd name="p0y5" fmla="*/ 2145 h 2265"/>
              <a:gd name="p0x6" fmla="*/ 5584 w 5584"/>
              <a:gd name="p0y6" fmla="*/ 2211 h 2265"/>
              <a:gd name="p0x7" fmla="*/ 5531 w 5584"/>
              <a:gd name="p0y7" fmla="*/ 2265 h 2265"/>
              <a:gd name="p0x8" fmla="*/ 5464 w 5584"/>
              <a:gd name="p0y8" fmla="*/ 2265 h 2265"/>
              <a:gd name="p0x9" fmla="*/ 120 w 5584"/>
              <a:gd name="p0y9" fmla="*/ 2265 h 2265"/>
              <a:gd name="p0x10" fmla="*/ 53 w 5584"/>
              <a:gd name="p0y10" fmla="*/ 2265 h 2265"/>
              <a:gd name="p0x11" fmla="*/ 0 w 5584"/>
              <a:gd name="p0y11" fmla="*/ 2211 h 2265"/>
              <a:gd name="p0x12" fmla="*/ 0 w 5584"/>
              <a:gd name="p0y12" fmla="*/ 2145 h 2265"/>
              <a:gd name="p0x13" fmla="*/ 0 w 5584"/>
              <a:gd name="p0y13" fmla="*/ 120 h 2265"/>
              <a:gd name="p0x14" fmla="*/ 0 w 5584"/>
              <a:gd name="p0y14" fmla="*/ 53 h 2265"/>
              <a:gd name="p0x15" fmla="*/ 53 w 5584"/>
              <a:gd name="p0y15" fmla="*/ 0 h 2265"/>
              <a:gd name="p0x16" fmla="*/ 120 w 5584"/>
              <a:gd name="p0y16" fmla="*/ 0 h 22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10"/>
            </p:custDataLst>
          </p:nvPr>
        </p:nvSpPr>
        <p:spPr>
          <a:xfrm>
            <a:off x="657010" y="1699640"/>
            <a:ext cx="428165" cy="4281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90" name="图片 8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758862" y="1782030"/>
            <a:ext cx="223813" cy="258196"/>
          </a:xfrm>
          <a:prstGeom prst="rect">
            <a:avLst/>
          </a:prstGeom>
        </p:spPr>
      </p:pic>
      <p:sp>
        <p:nvSpPr>
          <p:cNvPr id="91" name="文本框 90"/>
          <p:cNvSpPr txBox="1"/>
          <p:nvPr>
            <p:custDataLst>
              <p:tags r:id="rId14"/>
            </p:custDataLst>
          </p:nvPr>
        </p:nvSpPr>
        <p:spPr>
          <a:xfrm>
            <a:off x="1201947" y="1606242"/>
            <a:ext cx="2679221" cy="5877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知识基础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Knowledge Base</a:t>
            </a:r>
            <a:endParaRPr lang="en-US" altLang="zh-CN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15"/>
            </p:custDataLst>
          </p:nvPr>
        </p:nvSpPr>
        <p:spPr>
          <a:xfrm>
            <a:off x="657010" y="2306875"/>
            <a:ext cx="3224158" cy="2815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已掌握的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DSA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概念与算法知识水平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16"/>
            </p:custDataLst>
          </p:nvPr>
        </p:nvSpPr>
        <p:spPr>
          <a:xfrm>
            <a:off x="4284733" y="1377219"/>
            <a:ext cx="3623182" cy="1469384"/>
          </a:xfrm>
          <a:custGeom>
            <a:avLst/>
            <a:gdLst>
              <a:gd name="sw" fmla="*/ 1 w 5585"/>
              <a:gd name="sh" fmla="*/ 1 h 2265"/>
              <a:gd name="mins" fmla="min sw sh"/>
              <a:gd name="dsw" fmla="+- 0 sw mins"/>
              <a:gd name="dsh" fmla="+- 0 sh mins"/>
              <a:gd name="p0x0" fmla="*/ 120 w 5585"/>
              <a:gd name="p0y0" fmla="*/ 0 h 2265"/>
              <a:gd name="p0x1" fmla="*/ 5465 w 5585"/>
              <a:gd name="p0y1" fmla="*/ 0 h 2265"/>
              <a:gd name="p0x2" fmla="*/ 5531 w 5585"/>
              <a:gd name="p0y2" fmla="*/ 0 h 2265"/>
              <a:gd name="p0x3" fmla="*/ 5585 w 5585"/>
              <a:gd name="p0y3" fmla="*/ 53 h 2265"/>
              <a:gd name="p0x4" fmla="*/ 5585 w 5585"/>
              <a:gd name="p0y4" fmla="*/ 120 h 2265"/>
              <a:gd name="p0x5" fmla="*/ 5585 w 5585"/>
              <a:gd name="p0y5" fmla="*/ 2145 h 2265"/>
              <a:gd name="p0x6" fmla="*/ 5585 w 5585"/>
              <a:gd name="p0y6" fmla="*/ 2211 h 2265"/>
              <a:gd name="p0x7" fmla="*/ 5531 w 5585"/>
              <a:gd name="p0y7" fmla="*/ 2265 h 2265"/>
              <a:gd name="p0x8" fmla="*/ 5465 w 5585"/>
              <a:gd name="p0y8" fmla="*/ 2265 h 2265"/>
              <a:gd name="p0x9" fmla="*/ 120 w 5585"/>
              <a:gd name="p0y9" fmla="*/ 2265 h 2265"/>
              <a:gd name="p0x10" fmla="*/ 53 w 5585"/>
              <a:gd name="p0y10" fmla="*/ 2265 h 2265"/>
              <a:gd name="p0x11" fmla="*/ 0 w 5585"/>
              <a:gd name="p0y11" fmla="*/ 2211 h 2265"/>
              <a:gd name="p0x12" fmla="*/ 0 w 5585"/>
              <a:gd name="p0y12" fmla="*/ 2145 h 2265"/>
              <a:gd name="p0x13" fmla="*/ 0 w 5585"/>
              <a:gd name="p0y13" fmla="*/ 120 h 2265"/>
              <a:gd name="p0x14" fmla="*/ 0 w 5585"/>
              <a:gd name="p0y14" fmla="*/ 53 h 2265"/>
              <a:gd name="p0x15" fmla="*/ 53 w 5585"/>
              <a:gd name="p0y15" fmla="*/ 0 h 2265"/>
              <a:gd name="p0x16" fmla="*/ 120 w 5585"/>
              <a:gd name="p0y16" fmla="*/ 0 h 22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17"/>
            </p:custDataLst>
          </p:nvPr>
        </p:nvSpPr>
        <p:spPr>
          <a:xfrm>
            <a:off x="4483895" y="1699640"/>
            <a:ext cx="428165" cy="4281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93" name="图片 92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4167" t="-3067" r="-4167" b="-3067"/>
          <a:stretch>
            <a:fillRect/>
          </a:stretch>
        </p:blipFill>
        <p:spPr>
          <a:xfrm>
            <a:off x="4571474" y="1782030"/>
            <a:ext cx="253006" cy="258196"/>
          </a:xfrm>
          <a:prstGeom prst="rect">
            <a:avLst/>
          </a:prstGeom>
        </p:spPr>
      </p:pic>
      <p:sp>
        <p:nvSpPr>
          <p:cNvPr id="94" name="文本框 93"/>
          <p:cNvSpPr txBox="1"/>
          <p:nvPr>
            <p:custDataLst>
              <p:tags r:id="rId21"/>
            </p:custDataLst>
          </p:nvPr>
        </p:nvSpPr>
        <p:spPr>
          <a:xfrm>
            <a:off x="5029428" y="1606242"/>
            <a:ext cx="2679299" cy="5877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认知风格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Cognitive Style</a:t>
            </a:r>
            <a:endParaRPr lang="en-US" altLang="zh-CN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5" name="文本框 94"/>
          <p:cNvSpPr txBox="1"/>
          <p:nvPr>
            <p:custDataLst>
              <p:tags r:id="rId22"/>
            </p:custDataLst>
          </p:nvPr>
        </p:nvSpPr>
        <p:spPr>
          <a:xfrm>
            <a:off x="4484491" y="2306875"/>
            <a:ext cx="3224236" cy="2815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偏好视觉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/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文本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/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实践的学习方式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23"/>
            </p:custDataLst>
          </p:nvPr>
        </p:nvSpPr>
        <p:spPr>
          <a:xfrm>
            <a:off x="8112267" y="1377219"/>
            <a:ext cx="3623182" cy="1469384"/>
          </a:xfrm>
          <a:custGeom>
            <a:avLst/>
            <a:gdLst>
              <a:gd name="sw" fmla="*/ 1 w 5585"/>
              <a:gd name="sh" fmla="*/ 1 h 2265"/>
              <a:gd name="mins" fmla="min sw sh"/>
              <a:gd name="dsw" fmla="+- 0 sw mins"/>
              <a:gd name="dsh" fmla="+- 0 sh mins"/>
              <a:gd name="p0x0" fmla="*/ 120 w 5585"/>
              <a:gd name="p0y0" fmla="*/ 0 h 2265"/>
              <a:gd name="p0x1" fmla="*/ 5465 w 5585"/>
              <a:gd name="p0y1" fmla="*/ 0 h 2265"/>
              <a:gd name="p0x2" fmla="*/ 5531 w 5585"/>
              <a:gd name="p0y2" fmla="*/ 0 h 2265"/>
              <a:gd name="p0x3" fmla="*/ 5585 w 5585"/>
              <a:gd name="p0y3" fmla="*/ 53 h 2265"/>
              <a:gd name="p0x4" fmla="*/ 5585 w 5585"/>
              <a:gd name="p0y4" fmla="*/ 120 h 2265"/>
              <a:gd name="p0x5" fmla="*/ 5585 w 5585"/>
              <a:gd name="p0y5" fmla="*/ 2145 h 2265"/>
              <a:gd name="p0x6" fmla="*/ 5585 w 5585"/>
              <a:gd name="p0y6" fmla="*/ 2211 h 2265"/>
              <a:gd name="p0x7" fmla="*/ 5531 w 5585"/>
              <a:gd name="p0y7" fmla="*/ 2265 h 2265"/>
              <a:gd name="p0x8" fmla="*/ 5465 w 5585"/>
              <a:gd name="p0y8" fmla="*/ 2265 h 2265"/>
              <a:gd name="p0x9" fmla="*/ 120 w 5585"/>
              <a:gd name="p0y9" fmla="*/ 2265 h 2265"/>
              <a:gd name="p0x10" fmla="*/ 53 w 5585"/>
              <a:gd name="p0y10" fmla="*/ 2265 h 2265"/>
              <a:gd name="p0x11" fmla="*/ 0 w 5585"/>
              <a:gd name="p0y11" fmla="*/ 2211 h 2265"/>
              <a:gd name="p0x12" fmla="*/ 0 w 5585"/>
              <a:gd name="p0y12" fmla="*/ 2145 h 2265"/>
              <a:gd name="p0x13" fmla="*/ 0 w 5585"/>
              <a:gd name="p0y13" fmla="*/ 120 h 2265"/>
              <a:gd name="p0x14" fmla="*/ 0 w 5585"/>
              <a:gd name="p0y14" fmla="*/ 53 h 2265"/>
              <a:gd name="p0x15" fmla="*/ 53 w 5585"/>
              <a:gd name="p0y15" fmla="*/ 0 h 2265"/>
              <a:gd name="p0x16" fmla="*/ 120 w 5585"/>
              <a:gd name="p0y16" fmla="*/ 0 h 22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24"/>
            </p:custDataLst>
          </p:nvPr>
        </p:nvSpPr>
        <p:spPr>
          <a:xfrm>
            <a:off x="8311428" y="1699640"/>
            <a:ext cx="428165" cy="4281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96" name="图片 95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8382140" y="1782030"/>
            <a:ext cx="287389" cy="258196"/>
          </a:xfrm>
          <a:prstGeom prst="rect">
            <a:avLst/>
          </a:prstGeom>
        </p:spPr>
      </p:pic>
      <p:sp>
        <p:nvSpPr>
          <p:cNvPr id="97" name="文本框 96"/>
          <p:cNvSpPr txBox="1"/>
          <p:nvPr>
            <p:custDataLst>
              <p:tags r:id="rId28"/>
            </p:custDataLst>
          </p:nvPr>
        </p:nvSpPr>
        <p:spPr>
          <a:xfrm>
            <a:off x="8856987" y="1606242"/>
            <a:ext cx="2679300" cy="5877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编码能力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Coding Ability</a:t>
            </a:r>
            <a:endParaRPr lang="en-US" altLang="zh-CN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29"/>
            </p:custDataLst>
          </p:nvPr>
        </p:nvSpPr>
        <p:spPr>
          <a:xfrm>
            <a:off x="8312050" y="2306875"/>
            <a:ext cx="3224237" cy="2815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代码编写熟练度与调试能力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30"/>
            </p:custDataLst>
          </p:nvPr>
        </p:nvSpPr>
        <p:spPr>
          <a:xfrm>
            <a:off x="457200" y="3050954"/>
            <a:ext cx="3623182" cy="1469384"/>
          </a:xfrm>
          <a:custGeom>
            <a:avLst/>
            <a:gdLst>
              <a:gd name="sw" fmla="*/ 1 w 5584"/>
              <a:gd name="sh" fmla="*/ 1 h 2265"/>
              <a:gd name="mins" fmla="min sw sh"/>
              <a:gd name="dsw" fmla="+- 0 sw mins"/>
              <a:gd name="dsh" fmla="+- 0 sh mins"/>
              <a:gd name="p0x0" fmla="*/ 120 w 5584"/>
              <a:gd name="p0y0" fmla="*/ 0 h 2265"/>
              <a:gd name="p0x1" fmla="*/ 5464 w 5584"/>
              <a:gd name="p0y1" fmla="*/ 0 h 2265"/>
              <a:gd name="p0x2" fmla="*/ 5531 w 5584"/>
              <a:gd name="p0y2" fmla="*/ 0 h 2265"/>
              <a:gd name="p0x3" fmla="*/ 5584 w 5584"/>
              <a:gd name="p0y3" fmla="*/ 53 h 2265"/>
              <a:gd name="p0x4" fmla="*/ 5584 w 5584"/>
              <a:gd name="p0y4" fmla="*/ 120 h 2265"/>
              <a:gd name="p0x5" fmla="*/ 5584 w 5584"/>
              <a:gd name="p0y5" fmla="*/ 2145 h 2265"/>
              <a:gd name="p0x6" fmla="*/ 5584 w 5584"/>
              <a:gd name="p0y6" fmla="*/ 2211 h 2265"/>
              <a:gd name="p0x7" fmla="*/ 5531 w 5584"/>
              <a:gd name="p0y7" fmla="*/ 2265 h 2265"/>
              <a:gd name="p0x8" fmla="*/ 5464 w 5584"/>
              <a:gd name="p0y8" fmla="*/ 2265 h 2265"/>
              <a:gd name="p0x9" fmla="*/ 120 w 5584"/>
              <a:gd name="p0y9" fmla="*/ 2265 h 2265"/>
              <a:gd name="p0x10" fmla="*/ 53 w 5584"/>
              <a:gd name="p0y10" fmla="*/ 2265 h 2265"/>
              <a:gd name="p0x11" fmla="*/ 0 w 5584"/>
              <a:gd name="p0y11" fmla="*/ 2211 h 2265"/>
              <a:gd name="p0x12" fmla="*/ 0 w 5584"/>
              <a:gd name="p0y12" fmla="*/ 2145 h 2265"/>
              <a:gd name="p0x13" fmla="*/ 0 w 5584"/>
              <a:gd name="p0y13" fmla="*/ 120 h 2265"/>
              <a:gd name="p0x14" fmla="*/ 0 w 5584"/>
              <a:gd name="p0y14" fmla="*/ 53 h 2265"/>
              <a:gd name="p0x15" fmla="*/ 53 w 5584"/>
              <a:gd name="p0y15" fmla="*/ 0 h 2265"/>
              <a:gd name="p0x16" fmla="*/ 120 w 5584"/>
              <a:gd name="p0y16" fmla="*/ 0 h 22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31"/>
            </p:custDataLst>
          </p:nvPr>
        </p:nvSpPr>
        <p:spPr>
          <a:xfrm>
            <a:off x="657010" y="3373375"/>
            <a:ext cx="428165" cy="4281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744589" y="3455765"/>
            <a:ext cx="253006" cy="258196"/>
          </a:xfrm>
          <a:prstGeom prst="rect">
            <a:avLst/>
          </a:prstGeom>
        </p:spPr>
      </p:pic>
      <p:sp>
        <p:nvSpPr>
          <p:cNvPr id="100" name="文本框 99"/>
          <p:cNvSpPr txBox="1"/>
          <p:nvPr>
            <p:custDataLst>
              <p:tags r:id="rId35"/>
            </p:custDataLst>
          </p:nvPr>
        </p:nvSpPr>
        <p:spPr>
          <a:xfrm>
            <a:off x="1201947" y="3279977"/>
            <a:ext cx="2679221" cy="5877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学习目标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Learning Goals</a:t>
            </a:r>
            <a:endParaRPr lang="en-US" altLang="zh-CN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36"/>
            </p:custDataLst>
          </p:nvPr>
        </p:nvSpPr>
        <p:spPr>
          <a:xfrm>
            <a:off x="657010" y="3980610"/>
            <a:ext cx="3224158" cy="2815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短期目标与长期职业规划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37"/>
            </p:custDataLst>
          </p:nvPr>
        </p:nvSpPr>
        <p:spPr>
          <a:xfrm>
            <a:off x="4284733" y="3050954"/>
            <a:ext cx="3623182" cy="1469384"/>
          </a:xfrm>
          <a:custGeom>
            <a:avLst/>
            <a:gdLst>
              <a:gd name="sw" fmla="*/ 1 w 5585"/>
              <a:gd name="sh" fmla="*/ 1 h 2265"/>
              <a:gd name="mins" fmla="min sw sh"/>
              <a:gd name="dsw" fmla="+- 0 sw mins"/>
              <a:gd name="dsh" fmla="+- 0 sh mins"/>
              <a:gd name="p0x0" fmla="*/ 120 w 5585"/>
              <a:gd name="p0y0" fmla="*/ 0 h 2265"/>
              <a:gd name="p0x1" fmla="*/ 5465 w 5585"/>
              <a:gd name="p0y1" fmla="*/ 0 h 2265"/>
              <a:gd name="p0x2" fmla="*/ 5531 w 5585"/>
              <a:gd name="p0y2" fmla="*/ 0 h 2265"/>
              <a:gd name="p0x3" fmla="*/ 5585 w 5585"/>
              <a:gd name="p0y3" fmla="*/ 53 h 2265"/>
              <a:gd name="p0x4" fmla="*/ 5585 w 5585"/>
              <a:gd name="p0y4" fmla="*/ 120 h 2265"/>
              <a:gd name="p0x5" fmla="*/ 5585 w 5585"/>
              <a:gd name="p0y5" fmla="*/ 2145 h 2265"/>
              <a:gd name="p0x6" fmla="*/ 5585 w 5585"/>
              <a:gd name="p0y6" fmla="*/ 2211 h 2265"/>
              <a:gd name="p0x7" fmla="*/ 5531 w 5585"/>
              <a:gd name="p0y7" fmla="*/ 2265 h 2265"/>
              <a:gd name="p0x8" fmla="*/ 5465 w 5585"/>
              <a:gd name="p0y8" fmla="*/ 2265 h 2265"/>
              <a:gd name="p0x9" fmla="*/ 120 w 5585"/>
              <a:gd name="p0y9" fmla="*/ 2265 h 2265"/>
              <a:gd name="p0x10" fmla="*/ 53 w 5585"/>
              <a:gd name="p0y10" fmla="*/ 2265 h 2265"/>
              <a:gd name="p0x11" fmla="*/ 0 w 5585"/>
              <a:gd name="p0y11" fmla="*/ 2211 h 2265"/>
              <a:gd name="p0x12" fmla="*/ 0 w 5585"/>
              <a:gd name="p0y12" fmla="*/ 2145 h 2265"/>
              <a:gd name="p0x13" fmla="*/ 0 w 5585"/>
              <a:gd name="p0y13" fmla="*/ 120 h 2265"/>
              <a:gd name="p0x14" fmla="*/ 0 w 5585"/>
              <a:gd name="p0y14" fmla="*/ 53 h 2265"/>
              <a:gd name="p0x15" fmla="*/ 53 w 5585"/>
              <a:gd name="p0y15" fmla="*/ 0 h 2265"/>
              <a:gd name="p0x16" fmla="*/ 120 w 5585"/>
              <a:gd name="p0y16" fmla="*/ 0 h 22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38"/>
            </p:custDataLst>
          </p:nvPr>
        </p:nvSpPr>
        <p:spPr>
          <a:xfrm>
            <a:off x="4483895" y="3373375"/>
            <a:ext cx="428165" cy="4281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4554607" y="3455765"/>
            <a:ext cx="287389" cy="258196"/>
          </a:xfrm>
          <a:prstGeom prst="rect">
            <a:avLst/>
          </a:prstGeom>
        </p:spPr>
      </p:pic>
      <p:sp>
        <p:nvSpPr>
          <p:cNvPr id="103" name="文本框 102"/>
          <p:cNvSpPr txBox="1"/>
          <p:nvPr>
            <p:custDataLst>
              <p:tags r:id="rId42"/>
            </p:custDataLst>
          </p:nvPr>
        </p:nvSpPr>
        <p:spPr>
          <a:xfrm>
            <a:off x="5029428" y="3279977"/>
            <a:ext cx="2679299" cy="5877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错误偏好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Error Preference</a:t>
            </a:r>
            <a:endParaRPr lang="en-US" altLang="zh-CN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43"/>
            </p:custDataLst>
          </p:nvPr>
        </p:nvSpPr>
        <p:spPr>
          <a:xfrm>
            <a:off x="4484491" y="3980610"/>
            <a:ext cx="3224236" cy="2815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常见错误类型与应对策略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44"/>
            </p:custDataLst>
          </p:nvPr>
        </p:nvSpPr>
        <p:spPr>
          <a:xfrm>
            <a:off x="8112267" y="3050954"/>
            <a:ext cx="3623182" cy="1469384"/>
          </a:xfrm>
          <a:custGeom>
            <a:avLst/>
            <a:gdLst>
              <a:gd name="sw" fmla="*/ 1 w 5585"/>
              <a:gd name="sh" fmla="*/ 1 h 2265"/>
              <a:gd name="mins" fmla="min sw sh"/>
              <a:gd name="dsw" fmla="+- 0 sw mins"/>
              <a:gd name="dsh" fmla="+- 0 sh mins"/>
              <a:gd name="p0x0" fmla="*/ 120 w 5585"/>
              <a:gd name="p0y0" fmla="*/ 0 h 2265"/>
              <a:gd name="p0x1" fmla="*/ 5465 w 5585"/>
              <a:gd name="p0y1" fmla="*/ 0 h 2265"/>
              <a:gd name="p0x2" fmla="*/ 5531 w 5585"/>
              <a:gd name="p0y2" fmla="*/ 0 h 2265"/>
              <a:gd name="p0x3" fmla="*/ 5585 w 5585"/>
              <a:gd name="p0y3" fmla="*/ 53 h 2265"/>
              <a:gd name="p0x4" fmla="*/ 5585 w 5585"/>
              <a:gd name="p0y4" fmla="*/ 120 h 2265"/>
              <a:gd name="p0x5" fmla="*/ 5585 w 5585"/>
              <a:gd name="p0y5" fmla="*/ 2145 h 2265"/>
              <a:gd name="p0x6" fmla="*/ 5585 w 5585"/>
              <a:gd name="p0y6" fmla="*/ 2211 h 2265"/>
              <a:gd name="p0x7" fmla="*/ 5531 w 5585"/>
              <a:gd name="p0y7" fmla="*/ 2265 h 2265"/>
              <a:gd name="p0x8" fmla="*/ 5465 w 5585"/>
              <a:gd name="p0y8" fmla="*/ 2265 h 2265"/>
              <a:gd name="p0x9" fmla="*/ 120 w 5585"/>
              <a:gd name="p0y9" fmla="*/ 2265 h 2265"/>
              <a:gd name="p0x10" fmla="*/ 53 w 5585"/>
              <a:gd name="p0y10" fmla="*/ 2265 h 2265"/>
              <a:gd name="p0x11" fmla="*/ 0 w 5585"/>
              <a:gd name="p0y11" fmla="*/ 2211 h 2265"/>
              <a:gd name="p0x12" fmla="*/ 0 w 5585"/>
              <a:gd name="p0y12" fmla="*/ 2145 h 2265"/>
              <a:gd name="p0x13" fmla="*/ 0 w 5585"/>
              <a:gd name="p0y13" fmla="*/ 120 h 2265"/>
              <a:gd name="p0x14" fmla="*/ 0 w 5585"/>
              <a:gd name="p0y14" fmla="*/ 53 h 2265"/>
              <a:gd name="p0x15" fmla="*/ 53 w 5585"/>
              <a:gd name="p0y15" fmla="*/ 0 h 2265"/>
              <a:gd name="p0x16" fmla="*/ 120 w 5585"/>
              <a:gd name="p0y16" fmla="*/ 0 h 22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45"/>
            </p:custDataLst>
          </p:nvPr>
        </p:nvSpPr>
        <p:spPr>
          <a:xfrm>
            <a:off x="8311428" y="3373375"/>
            <a:ext cx="428165" cy="4281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399007" y="3455765"/>
            <a:ext cx="253006" cy="258196"/>
          </a:xfrm>
          <a:prstGeom prst="rect">
            <a:avLst/>
          </a:prstGeom>
        </p:spPr>
      </p:pic>
      <p:sp>
        <p:nvSpPr>
          <p:cNvPr id="106" name="文本框 105"/>
          <p:cNvSpPr txBox="1"/>
          <p:nvPr>
            <p:custDataLst>
              <p:tags r:id="rId49"/>
            </p:custDataLst>
          </p:nvPr>
        </p:nvSpPr>
        <p:spPr>
          <a:xfrm>
            <a:off x="8856987" y="3425942"/>
            <a:ext cx="2470005" cy="2938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毅力水平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Grit Level</a:t>
            </a:r>
            <a:endParaRPr lang="en-US" altLang="zh-CN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7" name="文本框 106"/>
          <p:cNvSpPr txBox="1"/>
          <p:nvPr>
            <p:custDataLst>
              <p:tags r:id="rId50"/>
            </p:custDataLst>
          </p:nvPr>
        </p:nvSpPr>
        <p:spPr>
          <a:xfrm>
            <a:off x="8312050" y="3902762"/>
            <a:ext cx="3224237" cy="2815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面对困难的坚持程度与学习动力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51"/>
            </p:custDataLst>
          </p:nvPr>
        </p:nvSpPr>
        <p:spPr>
          <a:xfrm>
            <a:off x="457200" y="5223566"/>
            <a:ext cx="1905333" cy="1172263"/>
          </a:xfrm>
          <a:custGeom>
            <a:avLst/>
            <a:gdLst>
              <a:gd name="sw" fmla="*/ 1 w 2936"/>
              <a:gd name="sh" fmla="*/ 1 h 1807"/>
              <a:gd name="mins" fmla="min sw sh"/>
              <a:gd name="dsw" fmla="+- 0 sw mins"/>
              <a:gd name="dsh" fmla="+- 0 sh mins"/>
              <a:gd name="p0x0" fmla="*/ 120 w 2936"/>
              <a:gd name="p0y0" fmla="*/ 0 h 1807"/>
              <a:gd name="p0x1" fmla="*/ 2816 w 2936"/>
              <a:gd name="p0y1" fmla="*/ 0 h 1807"/>
              <a:gd name="p0x2" fmla="*/ 2883 w 2936"/>
              <a:gd name="p0y2" fmla="*/ 0 h 1807"/>
              <a:gd name="p0x3" fmla="*/ 2936 w 2936"/>
              <a:gd name="p0y3" fmla="*/ 53 h 1807"/>
              <a:gd name="p0x4" fmla="*/ 2936 w 2936"/>
              <a:gd name="p0y4" fmla="*/ 120 h 1807"/>
              <a:gd name="p0x5" fmla="*/ 2936 w 2936"/>
              <a:gd name="p0y5" fmla="*/ 1687 h 1807"/>
              <a:gd name="p0x6" fmla="*/ 2936 w 2936"/>
              <a:gd name="p0y6" fmla="*/ 1753 h 1807"/>
              <a:gd name="p0x7" fmla="*/ 2883 w 2936"/>
              <a:gd name="p0y7" fmla="*/ 1807 h 1807"/>
              <a:gd name="p0x8" fmla="*/ 2816 w 2936"/>
              <a:gd name="p0y8" fmla="*/ 1807 h 1807"/>
              <a:gd name="p0x9" fmla="*/ 120 w 2936"/>
              <a:gd name="p0y9" fmla="*/ 1807 h 1807"/>
              <a:gd name="p0x10" fmla="*/ 53 w 2936"/>
              <a:gd name="p0y10" fmla="*/ 1807 h 1807"/>
              <a:gd name="p0x11" fmla="*/ 0 w 2936"/>
              <a:gd name="p0y11" fmla="*/ 1753 h 1807"/>
              <a:gd name="p0x12" fmla="*/ 0 w 2936"/>
              <a:gd name="p0y12" fmla="*/ 1687 h 1807"/>
              <a:gd name="p0x13" fmla="*/ 0 w 2936"/>
              <a:gd name="p0y13" fmla="*/ 120 h 1807"/>
              <a:gd name="p0x14" fmla="*/ 0 w 2936"/>
              <a:gd name="p0y14" fmla="*/ 53 h 1807"/>
              <a:gd name="p0x15" fmla="*/ 53 w 2936"/>
              <a:gd name="p0y15" fmla="*/ 0 h 1807"/>
              <a:gd name="p0x16" fmla="*/ 120 w 2936"/>
              <a:gd name="p0y16" fmla="*/ 0 h 18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52"/>
            </p:custDataLst>
          </p:nvPr>
        </p:nvSpPr>
        <p:spPr>
          <a:xfrm>
            <a:off x="1234384" y="5344879"/>
            <a:ext cx="350317" cy="350317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0000" lnSpcReduction="2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53"/>
            </p:custDataLst>
          </p:nvPr>
        </p:nvSpPr>
        <p:spPr>
          <a:xfrm>
            <a:off x="1343349" y="5395967"/>
            <a:ext cx="347728" cy="2147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1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9" name="文本框 108"/>
          <p:cNvSpPr txBox="1"/>
          <p:nvPr>
            <p:custDataLst>
              <p:tags r:id="rId54"/>
            </p:custDataLst>
          </p:nvPr>
        </p:nvSpPr>
        <p:spPr>
          <a:xfrm>
            <a:off x="884628" y="5759421"/>
            <a:ext cx="1051027" cy="2199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对话式采集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55"/>
            </p:custDataLst>
          </p:nvPr>
        </p:nvSpPr>
        <p:spPr>
          <a:xfrm>
            <a:off x="767623" y="6070327"/>
            <a:ext cx="1285030" cy="1881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lang="en-US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AI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对话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Interview</a:t>
            </a:r>
            <a:endParaRPr lang="en-US" altLang="zh-CN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56"/>
            </p:custDataLst>
          </p:nvPr>
        </p:nvSpPr>
        <p:spPr>
          <a:xfrm>
            <a:off x="2800429" y="5223566"/>
            <a:ext cx="1905333" cy="1172263"/>
          </a:xfrm>
          <a:custGeom>
            <a:avLst/>
            <a:gdLst>
              <a:gd name="sw" fmla="*/ 1 w 2936"/>
              <a:gd name="sh" fmla="*/ 1 h 1807"/>
              <a:gd name="mins" fmla="min sw sh"/>
              <a:gd name="dsw" fmla="+- 0 sw mins"/>
              <a:gd name="dsh" fmla="+- 0 sh mins"/>
              <a:gd name="p0x0" fmla="*/ 120 w 2936"/>
              <a:gd name="p0y0" fmla="*/ 0 h 1807"/>
              <a:gd name="p0x1" fmla="*/ 2816 w 2936"/>
              <a:gd name="p0y1" fmla="*/ 0 h 1807"/>
              <a:gd name="p0x2" fmla="*/ 2883 w 2936"/>
              <a:gd name="p0y2" fmla="*/ 0 h 1807"/>
              <a:gd name="p0x3" fmla="*/ 2936 w 2936"/>
              <a:gd name="p0y3" fmla="*/ 53 h 1807"/>
              <a:gd name="p0x4" fmla="*/ 2936 w 2936"/>
              <a:gd name="p0y4" fmla="*/ 120 h 1807"/>
              <a:gd name="p0x5" fmla="*/ 2936 w 2936"/>
              <a:gd name="p0y5" fmla="*/ 1687 h 1807"/>
              <a:gd name="p0x6" fmla="*/ 2936 w 2936"/>
              <a:gd name="p0y6" fmla="*/ 1753 h 1807"/>
              <a:gd name="p0x7" fmla="*/ 2883 w 2936"/>
              <a:gd name="p0y7" fmla="*/ 1807 h 1807"/>
              <a:gd name="p0x8" fmla="*/ 2816 w 2936"/>
              <a:gd name="p0y8" fmla="*/ 1807 h 1807"/>
              <a:gd name="p0x9" fmla="*/ 120 w 2936"/>
              <a:gd name="p0y9" fmla="*/ 1807 h 1807"/>
              <a:gd name="p0x10" fmla="*/ 53 w 2936"/>
              <a:gd name="p0y10" fmla="*/ 1807 h 1807"/>
              <a:gd name="p0x11" fmla="*/ 0 w 2936"/>
              <a:gd name="p0y11" fmla="*/ 1753 h 1807"/>
              <a:gd name="p0x12" fmla="*/ 0 w 2936"/>
              <a:gd name="p0y12" fmla="*/ 1687 h 1807"/>
              <a:gd name="p0x13" fmla="*/ 0 w 2936"/>
              <a:gd name="p0y13" fmla="*/ 120 h 1807"/>
              <a:gd name="p0x14" fmla="*/ 0 w 2936"/>
              <a:gd name="p0y14" fmla="*/ 53 h 1807"/>
              <a:gd name="p0x15" fmla="*/ 53 w 2936"/>
              <a:gd name="p0y15" fmla="*/ 0 h 1807"/>
              <a:gd name="p0x16" fmla="*/ 120 w 2936"/>
              <a:gd name="p0y16" fmla="*/ 0 h 18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57"/>
            </p:custDataLst>
          </p:nvPr>
        </p:nvSpPr>
        <p:spPr>
          <a:xfrm>
            <a:off x="3577613" y="5344879"/>
            <a:ext cx="350317" cy="350317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0000" lnSpcReduction="2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1" name="文本框 110"/>
          <p:cNvSpPr txBox="1"/>
          <p:nvPr>
            <p:custDataLst>
              <p:tags r:id="rId58"/>
            </p:custDataLst>
          </p:nvPr>
        </p:nvSpPr>
        <p:spPr>
          <a:xfrm>
            <a:off x="3686548" y="5395967"/>
            <a:ext cx="347728" cy="2147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2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2" name="文本框 111"/>
          <p:cNvSpPr txBox="1"/>
          <p:nvPr>
            <p:custDataLst>
              <p:tags r:id="rId59"/>
            </p:custDataLst>
          </p:nvPr>
        </p:nvSpPr>
        <p:spPr>
          <a:xfrm>
            <a:off x="3315408" y="5759421"/>
            <a:ext cx="875869" cy="2199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自动提取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3" name="文本框 112"/>
          <p:cNvSpPr txBox="1"/>
          <p:nvPr>
            <p:custDataLst>
              <p:tags r:id="rId60"/>
            </p:custDataLst>
          </p:nvPr>
        </p:nvSpPr>
        <p:spPr>
          <a:xfrm>
            <a:off x="3226456" y="6070327"/>
            <a:ext cx="1053762" cy="1881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结构化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JSON</a:t>
            </a:r>
            <a:endParaRPr lang="en-US" altLang="zh-CN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9" name="任意多边形 78"/>
          <p:cNvSpPr/>
          <p:nvPr>
            <p:custDataLst>
              <p:tags r:id="rId61"/>
            </p:custDataLst>
          </p:nvPr>
        </p:nvSpPr>
        <p:spPr>
          <a:xfrm>
            <a:off x="5143658" y="5223566"/>
            <a:ext cx="1905333" cy="1172263"/>
          </a:xfrm>
          <a:custGeom>
            <a:avLst/>
            <a:gdLst>
              <a:gd name="sw" fmla="*/ 1 w 2936"/>
              <a:gd name="sh" fmla="*/ 1 h 1807"/>
              <a:gd name="mins" fmla="min sw sh"/>
              <a:gd name="dsw" fmla="+- 0 sw mins"/>
              <a:gd name="dsh" fmla="+- 0 sh mins"/>
              <a:gd name="p0x0" fmla="*/ 120 w 2936"/>
              <a:gd name="p0y0" fmla="*/ 0 h 1807"/>
              <a:gd name="p0x1" fmla="*/ 2816 w 2936"/>
              <a:gd name="p0y1" fmla="*/ 0 h 1807"/>
              <a:gd name="p0x2" fmla="*/ 2883 w 2936"/>
              <a:gd name="p0y2" fmla="*/ 0 h 1807"/>
              <a:gd name="p0x3" fmla="*/ 2936 w 2936"/>
              <a:gd name="p0y3" fmla="*/ 53 h 1807"/>
              <a:gd name="p0x4" fmla="*/ 2936 w 2936"/>
              <a:gd name="p0y4" fmla="*/ 120 h 1807"/>
              <a:gd name="p0x5" fmla="*/ 2936 w 2936"/>
              <a:gd name="p0y5" fmla="*/ 1687 h 1807"/>
              <a:gd name="p0x6" fmla="*/ 2936 w 2936"/>
              <a:gd name="p0y6" fmla="*/ 1753 h 1807"/>
              <a:gd name="p0x7" fmla="*/ 2883 w 2936"/>
              <a:gd name="p0y7" fmla="*/ 1807 h 1807"/>
              <a:gd name="p0x8" fmla="*/ 2816 w 2936"/>
              <a:gd name="p0y8" fmla="*/ 1807 h 1807"/>
              <a:gd name="p0x9" fmla="*/ 120 w 2936"/>
              <a:gd name="p0y9" fmla="*/ 1807 h 1807"/>
              <a:gd name="p0x10" fmla="*/ 53 w 2936"/>
              <a:gd name="p0y10" fmla="*/ 1807 h 1807"/>
              <a:gd name="p0x11" fmla="*/ 0 w 2936"/>
              <a:gd name="p0y11" fmla="*/ 1753 h 1807"/>
              <a:gd name="p0x12" fmla="*/ 0 w 2936"/>
              <a:gd name="p0y12" fmla="*/ 1687 h 1807"/>
              <a:gd name="p0x13" fmla="*/ 0 w 2936"/>
              <a:gd name="p0y13" fmla="*/ 120 h 1807"/>
              <a:gd name="p0x14" fmla="*/ 0 w 2936"/>
              <a:gd name="p0y14" fmla="*/ 53 h 1807"/>
              <a:gd name="p0x15" fmla="*/ 53 w 2936"/>
              <a:gd name="p0y15" fmla="*/ 0 h 1807"/>
              <a:gd name="p0x16" fmla="*/ 120 w 2936"/>
              <a:gd name="p0y16" fmla="*/ 0 h 18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62"/>
            </p:custDataLst>
          </p:nvPr>
        </p:nvSpPr>
        <p:spPr>
          <a:xfrm>
            <a:off x="5920842" y="5344879"/>
            <a:ext cx="350317" cy="350317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0000" lnSpcReduction="2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4" name="文本框 113"/>
          <p:cNvSpPr txBox="1"/>
          <p:nvPr>
            <p:custDataLst>
              <p:tags r:id="rId63"/>
            </p:custDataLst>
          </p:nvPr>
        </p:nvSpPr>
        <p:spPr>
          <a:xfrm>
            <a:off x="6029748" y="5395967"/>
            <a:ext cx="347728" cy="2147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3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64"/>
            </p:custDataLst>
          </p:nvPr>
        </p:nvSpPr>
        <p:spPr>
          <a:xfrm>
            <a:off x="5658607" y="5759421"/>
            <a:ext cx="875869" cy="2199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增量更新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6" name="文本框 115"/>
          <p:cNvSpPr txBox="1"/>
          <p:nvPr>
            <p:custDataLst>
              <p:tags r:id="rId65"/>
            </p:custDataLst>
          </p:nvPr>
        </p:nvSpPr>
        <p:spPr>
          <a:xfrm>
            <a:off x="5497666" y="6070327"/>
            <a:ext cx="1197829" cy="1881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行为信号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patch</a:t>
            </a:r>
            <a:endParaRPr lang="en-US" altLang="zh-CN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66"/>
            </p:custDataLst>
          </p:nvPr>
        </p:nvSpPr>
        <p:spPr>
          <a:xfrm>
            <a:off x="7486887" y="5223566"/>
            <a:ext cx="1905333" cy="1172263"/>
          </a:xfrm>
          <a:custGeom>
            <a:avLst/>
            <a:gdLst>
              <a:gd name="sw" fmla="*/ 1 w 2936"/>
              <a:gd name="sh" fmla="*/ 1 h 1807"/>
              <a:gd name="mins" fmla="min sw sh"/>
              <a:gd name="dsw" fmla="+- 0 sw mins"/>
              <a:gd name="dsh" fmla="+- 0 sh mins"/>
              <a:gd name="p0x0" fmla="*/ 120 w 2936"/>
              <a:gd name="p0y0" fmla="*/ 0 h 1807"/>
              <a:gd name="p0x1" fmla="*/ 2816 w 2936"/>
              <a:gd name="p0y1" fmla="*/ 0 h 1807"/>
              <a:gd name="p0x2" fmla="*/ 2883 w 2936"/>
              <a:gd name="p0y2" fmla="*/ 0 h 1807"/>
              <a:gd name="p0x3" fmla="*/ 2936 w 2936"/>
              <a:gd name="p0y3" fmla="*/ 53 h 1807"/>
              <a:gd name="p0x4" fmla="*/ 2936 w 2936"/>
              <a:gd name="p0y4" fmla="*/ 120 h 1807"/>
              <a:gd name="p0x5" fmla="*/ 2936 w 2936"/>
              <a:gd name="p0y5" fmla="*/ 1687 h 1807"/>
              <a:gd name="p0x6" fmla="*/ 2936 w 2936"/>
              <a:gd name="p0y6" fmla="*/ 1753 h 1807"/>
              <a:gd name="p0x7" fmla="*/ 2883 w 2936"/>
              <a:gd name="p0y7" fmla="*/ 1807 h 1807"/>
              <a:gd name="p0x8" fmla="*/ 2816 w 2936"/>
              <a:gd name="p0y8" fmla="*/ 1807 h 1807"/>
              <a:gd name="p0x9" fmla="*/ 120 w 2936"/>
              <a:gd name="p0y9" fmla="*/ 1807 h 1807"/>
              <a:gd name="p0x10" fmla="*/ 53 w 2936"/>
              <a:gd name="p0y10" fmla="*/ 1807 h 1807"/>
              <a:gd name="p0x11" fmla="*/ 0 w 2936"/>
              <a:gd name="p0y11" fmla="*/ 1753 h 1807"/>
              <a:gd name="p0x12" fmla="*/ 0 w 2936"/>
              <a:gd name="p0y12" fmla="*/ 1687 h 1807"/>
              <a:gd name="p0x13" fmla="*/ 0 w 2936"/>
              <a:gd name="p0y13" fmla="*/ 120 h 1807"/>
              <a:gd name="p0x14" fmla="*/ 0 w 2936"/>
              <a:gd name="p0y14" fmla="*/ 53 h 1807"/>
              <a:gd name="p0x15" fmla="*/ 53 w 2936"/>
              <a:gd name="p0y15" fmla="*/ 0 h 1807"/>
              <a:gd name="p0x16" fmla="*/ 120 w 2936"/>
              <a:gd name="p0y16" fmla="*/ 0 h 18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2" name="任意多边形 81"/>
          <p:cNvSpPr/>
          <p:nvPr>
            <p:custDataLst>
              <p:tags r:id="rId67"/>
            </p:custDataLst>
          </p:nvPr>
        </p:nvSpPr>
        <p:spPr>
          <a:xfrm>
            <a:off x="8264071" y="5344879"/>
            <a:ext cx="350317" cy="350317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0000" lnSpcReduction="2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7" name="文本框 116"/>
          <p:cNvSpPr txBox="1"/>
          <p:nvPr>
            <p:custDataLst>
              <p:tags r:id="rId68"/>
            </p:custDataLst>
          </p:nvPr>
        </p:nvSpPr>
        <p:spPr>
          <a:xfrm>
            <a:off x="8372948" y="5395967"/>
            <a:ext cx="347728" cy="2147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4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8" name="文本框 117"/>
          <p:cNvSpPr txBox="1"/>
          <p:nvPr>
            <p:custDataLst>
              <p:tags r:id="rId69"/>
            </p:custDataLst>
          </p:nvPr>
        </p:nvSpPr>
        <p:spPr>
          <a:xfrm>
            <a:off x="8001806" y="5759421"/>
            <a:ext cx="875869" cy="2199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指纹去重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9" name="文本框 118"/>
          <p:cNvSpPr txBox="1"/>
          <p:nvPr>
            <p:custDataLst>
              <p:tags r:id="rId70"/>
            </p:custDataLst>
          </p:nvPr>
        </p:nvSpPr>
        <p:spPr>
          <a:xfrm>
            <a:off x="7894765" y="6070327"/>
            <a:ext cx="1089952" cy="1881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变化阈值跳过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3" name="任意多边形 82"/>
          <p:cNvSpPr/>
          <p:nvPr>
            <p:custDataLst>
              <p:tags r:id="rId71"/>
            </p:custDataLst>
          </p:nvPr>
        </p:nvSpPr>
        <p:spPr>
          <a:xfrm>
            <a:off x="9830116" y="5223566"/>
            <a:ext cx="1905333" cy="1172263"/>
          </a:xfrm>
          <a:custGeom>
            <a:avLst/>
            <a:gdLst>
              <a:gd name="sw" fmla="*/ 1 w 2936"/>
              <a:gd name="sh" fmla="*/ 1 h 1807"/>
              <a:gd name="mins" fmla="min sw sh"/>
              <a:gd name="dsw" fmla="+- 0 sw mins"/>
              <a:gd name="dsh" fmla="+- 0 sh mins"/>
              <a:gd name="p0x0" fmla="*/ 120 w 2936"/>
              <a:gd name="p0y0" fmla="*/ 0 h 1807"/>
              <a:gd name="p0x1" fmla="*/ 2816 w 2936"/>
              <a:gd name="p0y1" fmla="*/ 0 h 1807"/>
              <a:gd name="p0x2" fmla="*/ 2883 w 2936"/>
              <a:gd name="p0y2" fmla="*/ 0 h 1807"/>
              <a:gd name="p0x3" fmla="*/ 2936 w 2936"/>
              <a:gd name="p0y3" fmla="*/ 53 h 1807"/>
              <a:gd name="p0x4" fmla="*/ 2936 w 2936"/>
              <a:gd name="p0y4" fmla="*/ 120 h 1807"/>
              <a:gd name="p0x5" fmla="*/ 2936 w 2936"/>
              <a:gd name="p0y5" fmla="*/ 1687 h 1807"/>
              <a:gd name="p0x6" fmla="*/ 2936 w 2936"/>
              <a:gd name="p0y6" fmla="*/ 1753 h 1807"/>
              <a:gd name="p0x7" fmla="*/ 2883 w 2936"/>
              <a:gd name="p0y7" fmla="*/ 1807 h 1807"/>
              <a:gd name="p0x8" fmla="*/ 2816 w 2936"/>
              <a:gd name="p0y8" fmla="*/ 1807 h 1807"/>
              <a:gd name="p0x9" fmla="*/ 120 w 2936"/>
              <a:gd name="p0y9" fmla="*/ 1807 h 1807"/>
              <a:gd name="p0x10" fmla="*/ 53 w 2936"/>
              <a:gd name="p0y10" fmla="*/ 1807 h 1807"/>
              <a:gd name="p0x11" fmla="*/ 0 w 2936"/>
              <a:gd name="p0y11" fmla="*/ 1753 h 1807"/>
              <a:gd name="p0x12" fmla="*/ 0 w 2936"/>
              <a:gd name="p0y12" fmla="*/ 1687 h 1807"/>
              <a:gd name="p0x13" fmla="*/ 0 w 2936"/>
              <a:gd name="p0y13" fmla="*/ 120 h 1807"/>
              <a:gd name="p0x14" fmla="*/ 0 w 2936"/>
              <a:gd name="p0y14" fmla="*/ 53 h 1807"/>
              <a:gd name="p0x15" fmla="*/ 53 w 2936"/>
              <a:gd name="p0y15" fmla="*/ 0 h 1807"/>
              <a:gd name="p0x16" fmla="*/ 120 w 2936"/>
              <a:gd name="p0y16" fmla="*/ 0 h 18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4" name="任意多边形 83"/>
          <p:cNvSpPr/>
          <p:nvPr>
            <p:custDataLst>
              <p:tags r:id="rId72"/>
            </p:custDataLst>
          </p:nvPr>
        </p:nvSpPr>
        <p:spPr>
          <a:xfrm>
            <a:off x="10607299" y="5344879"/>
            <a:ext cx="350317" cy="350317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0000" lnSpcReduction="2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73"/>
            </p:custDataLst>
          </p:nvPr>
        </p:nvSpPr>
        <p:spPr>
          <a:xfrm>
            <a:off x="10716147" y="5395967"/>
            <a:ext cx="347728" cy="2147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5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1" name="文本框 120"/>
          <p:cNvSpPr txBox="1"/>
          <p:nvPr>
            <p:custDataLst>
              <p:tags r:id="rId74"/>
            </p:custDataLst>
          </p:nvPr>
        </p:nvSpPr>
        <p:spPr>
          <a:xfrm>
            <a:off x="10345006" y="5759421"/>
            <a:ext cx="875869" cy="2199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降级回退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75"/>
            </p:custDataLst>
          </p:nvPr>
        </p:nvSpPr>
        <p:spPr>
          <a:xfrm>
            <a:off x="10315813" y="6070327"/>
            <a:ext cx="934255" cy="1881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确定性基线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</p:spTree>
    <p:custDataLst>
      <p:tags r:id="rId7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1" name="图片 1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155" y="1517898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4"/>
            </p:custDataLst>
          </p:nvPr>
        </p:nvSpPr>
        <p:spPr>
          <a:xfrm>
            <a:off x="457155" y="152401"/>
            <a:ext cx="11277690" cy="121309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个性化学习路径 — DAG拓扑排序 + LLM润色</a:t>
            </a:r>
            <a:endParaRPr lang="zh-CN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pic>
        <p:nvPicPr>
          <p:cNvPr id="71" name="图片 7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131084" y="2741063"/>
            <a:ext cx="165539" cy="220719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131084" y="3931370"/>
            <a:ext cx="165539" cy="220719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131084" y="5121678"/>
            <a:ext cx="165539" cy="220719"/>
          </a:xfrm>
          <a:prstGeom prst="rect">
            <a:avLst/>
          </a:prstGeom>
        </p:spPr>
      </p:pic>
      <p:sp>
        <p:nvSpPr>
          <p:cNvPr id="52" name="任意多边形 51"/>
          <p:cNvSpPr/>
          <p:nvPr>
            <p:custDataLst>
              <p:tags r:id="rId10"/>
            </p:custDataLst>
          </p:nvPr>
        </p:nvSpPr>
        <p:spPr>
          <a:xfrm>
            <a:off x="1527899" y="1822450"/>
            <a:ext cx="4007632" cy="755175"/>
          </a:xfrm>
          <a:custGeom>
            <a:avLst/>
            <a:gdLst>
              <a:gd name="sw" fmla="*/ 1 w 7625"/>
              <a:gd name="sh" fmla="*/ 1 h 1436"/>
              <a:gd name="mins" fmla="min sw sh"/>
              <a:gd name="dsw" fmla="+- 0 sw mins"/>
              <a:gd name="dsh" fmla="+- 0 sh mins"/>
              <a:gd name="p0x0" fmla="*/ 120 w 7625"/>
              <a:gd name="p0y0" fmla="*/ 0 h 1436"/>
              <a:gd name="p0x1" fmla="*/ 7505 w 7625"/>
              <a:gd name="p0y1" fmla="*/ 0 h 1436"/>
              <a:gd name="p0x2" fmla="*/ 7572 w 7625"/>
              <a:gd name="p0y2" fmla="*/ 0 h 1436"/>
              <a:gd name="p0x3" fmla="*/ 7625 w 7625"/>
              <a:gd name="p0y3" fmla="*/ 53 h 1436"/>
              <a:gd name="p0x4" fmla="*/ 7625 w 7625"/>
              <a:gd name="p0y4" fmla="*/ 120 h 1436"/>
              <a:gd name="p0x5" fmla="*/ 7625 w 7625"/>
              <a:gd name="p0y5" fmla="*/ 1316 h 1436"/>
              <a:gd name="p0x6" fmla="*/ 7625 w 7625"/>
              <a:gd name="p0y6" fmla="*/ 1383 h 1436"/>
              <a:gd name="p0x7" fmla="*/ 7572 w 7625"/>
              <a:gd name="p0y7" fmla="*/ 1436 h 1436"/>
              <a:gd name="p0x8" fmla="*/ 7505 w 7625"/>
              <a:gd name="p0y8" fmla="*/ 1436 h 1436"/>
              <a:gd name="p0x9" fmla="*/ 120 w 7625"/>
              <a:gd name="p0y9" fmla="*/ 1436 h 1436"/>
              <a:gd name="p0x10" fmla="*/ 53 w 7625"/>
              <a:gd name="p0y10" fmla="*/ 1436 h 1436"/>
              <a:gd name="p0x11" fmla="*/ 0 w 7625"/>
              <a:gd name="p0y11" fmla="*/ 1383 h 1436"/>
              <a:gd name="p0x12" fmla="*/ 0 w 7625"/>
              <a:gd name="p0y12" fmla="*/ 1316 h 1436"/>
              <a:gd name="p0x13" fmla="*/ 0 w 7625"/>
              <a:gd name="p0y13" fmla="*/ 120 h 1436"/>
              <a:gd name="p0x14" fmla="*/ 0 w 7625"/>
              <a:gd name="p0y14" fmla="*/ 53 h 1436"/>
              <a:gd name="p0x15" fmla="*/ 53 w 7625"/>
              <a:gd name="p0y15" fmla="*/ 0 h 1436"/>
              <a:gd name="p0x16" fmla="*/ 120 w 7625"/>
              <a:gd name="p0y16" fmla="*/ 0 h 143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11"/>
            </p:custDataLst>
          </p:nvPr>
        </p:nvSpPr>
        <p:spPr>
          <a:xfrm>
            <a:off x="1689760" y="1890242"/>
            <a:ext cx="346845" cy="34684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000" t="-10152" r="-2000" b="-10152"/>
          <a:stretch>
            <a:fillRect/>
          </a:stretch>
        </p:blipFill>
        <p:spPr>
          <a:xfrm>
            <a:off x="1760705" y="1957509"/>
            <a:ext cx="204954" cy="208632"/>
          </a:xfrm>
          <a:prstGeom prst="rect">
            <a:avLst/>
          </a:prstGeom>
        </p:spPr>
      </p:pic>
      <p:sp>
        <p:nvSpPr>
          <p:cNvPr id="75" name="文本框 74"/>
          <p:cNvSpPr txBox="1"/>
          <p:nvPr>
            <p:custDataLst>
              <p:tags r:id="rId15"/>
            </p:custDataLst>
          </p:nvPr>
        </p:nvSpPr>
        <p:spPr>
          <a:xfrm>
            <a:off x="2131198" y="1933333"/>
            <a:ext cx="3192421" cy="2380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104000"/>
              </a:lnSpc>
            </a:pPr>
            <a:r>
              <a:rPr lang="zh-CN" altLang="en-US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基于模块先决条件构建</a:t>
            </a:r>
            <a:r>
              <a:rPr lang="en-US" altLang="zh-CN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DAG </a:t>
            </a:r>
            <a:r>
              <a:rPr lang="zh-CN" altLang="en-US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有向图</a:t>
            </a:r>
            <a:endParaRPr lang="zh-CN" altLang="en-US" sz="19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16"/>
            </p:custDataLst>
          </p:nvPr>
        </p:nvSpPr>
        <p:spPr>
          <a:xfrm>
            <a:off x="1689760" y="2194515"/>
            <a:ext cx="3684420" cy="456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将课程模块及其依赖关系建模为有向无环图，确保学习路径的拓扑有效性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17"/>
            </p:custDataLst>
          </p:nvPr>
        </p:nvSpPr>
        <p:spPr>
          <a:xfrm>
            <a:off x="1527899" y="2743165"/>
            <a:ext cx="4007632" cy="755175"/>
          </a:xfrm>
          <a:custGeom>
            <a:avLst/>
            <a:gdLst>
              <a:gd name="sw" fmla="*/ 1 w 7625"/>
              <a:gd name="sh" fmla="*/ 1 h 1436"/>
              <a:gd name="mins" fmla="min sw sh"/>
              <a:gd name="dsw" fmla="+- 0 sw mins"/>
              <a:gd name="dsh" fmla="+- 0 sh mins"/>
              <a:gd name="p0x0" fmla="*/ 120 w 7625"/>
              <a:gd name="p0y0" fmla="*/ 0 h 1436"/>
              <a:gd name="p0x1" fmla="*/ 7505 w 7625"/>
              <a:gd name="p0y1" fmla="*/ 0 h 1436"/>
              <a:gd name="p0x2" fmla="*/ 7572 w 7625"/>
              <a:gd name="p0y2" fmla="*/ 0 h 1436"/>
              <a:gd name="p0x3" fmla="*/ 7625 w 7625"/>
              <a:gd name="p0y3" fmla="*/ 53 h 1436"/>
              <a:gd name="p0x4" fmla="*/ 7625 w 7625"/>
              <a:gd name="p0y4" fmla="*/ 120 h 1436"/>
              <a:gd name="p0x5" fmla="*/ 7625 w 7625"/>
              <a:gd name="p0y5" fmla="*/ 1316 h 1436"/>
              <a:gd name="p0x6" fmla="*/ 7625 w 7625"/>
              <a:gd name="p0y6" fmla="*/ 1383 h 1436"/>
              <a:gd name="p0x7" fmla="*/ 7572 w 7625"/>
              <a:gd name="p0y7" fmla="*/ 1436 h 1436"/>
              <a:gd name="p0x8" fmla="*/ 7505 w 7625"/>
              <a:gd name="p0y8" fmla="*/ 1436 h 1436"/>
              <a:gd name="p0x9" fmla="*/ 120 w 7625"/>
              <a:gd name="p0y9" fmla="*/ 1436 h 1436"/>
              <a:gd name="p0x10" fmla="*/ 53 w 7625"/>
              <a:gd name="p0y10" fmla="*/ 1436 h 1436"/>
              <a:gd name="p0x11" fmla="*/ 0 w 7625"/>
              <a:gd name="p0y11" fmla="*/ 1383 h 1436"/>
              <a:gd name="p0x12" fmla="*/ 0 w 7625"/>
              <a:gd name="p0y12" fmla="*/ 1316 h 1436"/>
              <a:gd name="p0x13" fmla="*/ 0 w 7625"/>
              <a:gd name="p0y13" fmla="*/ 120 h 1436"/>
              <a:gd name="p0x14" fmla="*/ 0 w 7625"/>
              <a:gd name="p0y14" fmla="*/ 53 h 1436"/>
              <a:gd name="p0x15" fmla="*/ 53 w 7625"/>
              <a:gd name="p0y15" fmla="*/ 0 h 1436"/>
              <a:gd name="p0x16" fmla="*/ 120 w 7625"/>
              <a:gd name="p0y16" fmla="*/ 0 h 143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18"/>
            </p:custDataLst>
          </p:nvPr>
        </p:nvSpPr>
        <p:spPr>
          <a:xfrm>
            <a:off x="1689760" y="2843014"/>
            <a:ext cx="346845" cy="34684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77" name="图片 7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1746516" y="2909755"/>
            <a:ext cx="232806" cy="209158"/>
          </a:xfrm>
          <a:prstGeom prst="rect">
            <a:avLst/>
          </a:prstGeom>
        </p:spPr>
      </p:pic>
      <p:sp>
        <p:nvSpPr>
          <p:cNvPr id="78" name="文本框 77"/>
          <p:cNvSpPr txBox="1"/>
          <p:nvPr>
            <p:custDataLst>
              <p:tags r:id="rId22"/>
            </p:custDataLst>
          </p:nvPr>
        </p:nvSpPr>
        <p:spPr>
          <a:xfrm>
            <a:off x="2131198" y="2885618"/>
            <a:ext cx="2648694" cy="2380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104000"/>
              </a:lnSpc>
            </a:pPr>
            <a:r>
              <a:rPr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启发式拓扑排序确定学习顺序</a:t>
            </a:r>
            <a:endParaRPr sz="19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23"/>
            </p:custDataLst>
          </p:nvPr>
        </p:nvSpPr>
        <p:spPr>
          <a:xfrm>
            <a:off x="1689760" y="3178386"/>
            <a:ext cx="3689228" cy="2280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基于依赖深度、难度系数等启发因子计算最优学习序列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24"/>
            </p:custDataLst>
          </p:nvPr>
        </p:nvSpPr>
        <p:spPr>
          <a:xfrm>
            <a:off x="1527899" y="3663879"/>
            <a:ext cx="4007632" cy="755175"/>
          </a:xfrm>
          <a:custGeom>
            <a:avLst/>
            <a:gdLst>
              <a:gd name="sw" fmla="*/ 1 w 7625"/>
              <a:gd name="sh" fmla="*/ 1 h 1436"/>
              <a:gd name="mins" fmla="min sw sh"/>
              <a:gd name="dsw" fmla="+- 0 sw mins"/>
              <a:gd name="dsh" fmla="+- 0 sh mins"/>
              <a:gd name="p0x0" fmla="*/ 120 w 7625"/>
              <a:gd name="p0y0" fmla="*/ 0 h 1436"/>
              <a:gd name="p0x1" fmla="*/ 7505 w 7625"/>
              <a:gd name="p0y1" fmla="*/ 0 h 1436"/>
              <a:gd name="p0x2" fmla="*/ 7572 w 7625"/>
              <a:gd name="p0y2" fmla="*/ 0 h 1436"/>
              <a:gd name="p0x3" fmla="*/ 7625 w 7625"/>
              <a:gd name="p0y3" fmla="*/ 53 h 1436"/>
              <a:gd name="p0x4" fmla="*/ 7625 w 7625"/>
              <a:gd name="p0y4" fmla="*/ 120 h 1436"/>
              <a:gd name="p0x5" fmla="*/ 7625 w 7625"/>
              <a:gd name="p0y5" fmla="*/ 1316 h 1436"/>
              <a:gd name="p0x6" fmla="*/ 7625 w 7625"/>
              <a:gd name="p0y6" fmla="*/ 1383 h 1436"/>
              <a:gd name="p0x7" fmla="*/ 7572 w 7625"/>
              <a:gd name="p0y7" fmla="*/ 1436 h 1436"/>
              <a:gd name="p0x8" fmla="*/ 7505 w 7625"/>
              <a:gd name="p0y8" fmla="*/ 1436 h 1436"/>
              <a:gd name="p0x9" fmla="*/ 120 w 7625"/>
              <a:gd name="p0y9" fmla="*/ 1436 h 1436"/>
              <a:gd name="p0x10" fmla="*/ 53 w 7625"/>
              <a:gd name="p0y10" fmla="*/ 1436 h 1436"/>
              <a:gd name="p0x11" fmla="*/ 0 w 7625"/>
              <a:gd name="p0y11" fmla="*/ 1383 h 1436"/>
              <a:gd name="p0x12" fmla="*/ 0 w 7625"/>
              <a:gd name="p0y12" fmla="*/ 1316 h 1436"/>
              <a:gd name="p0x13" fmla="*/ 0 w 7625"/>
              <a:gd name="p0y13" fmla="*/ 120 h 1436"/>
              <a:gd name="p0x14" fmla="*/ 0 w 7625"/>
              <a:gd name="p0y14" fmla="*/ 53 h 1436"/>
              <a:gd name="p0x15" fmla="*/ 53 w 7625"/>
              <a:gd name="p0y15" fmla="*/ 0 h 1436"/>
              <a:gd name="p0x16" fmla="*/ 120 w 7625"/>
              <a:gd name="p0y16" fmla="*/ 0 h 143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25"/>
            </p:custDataLst>
          </p:nvPr>
        </p:nvSpPr>
        <p:spPr>
          <a:xfrm>
            <a:off x="1689760" y="3731672"/>
            <a:ext cx="346845" cy="34684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80" name="图片 79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4691" t="-897" r="-4691" b="-897"/>
          <a:stretch>
            <a:fillRect/>
          </a:stretch>
        </p:blipFill>
        <p:spPr>
          <a:xfrm>
            <a:off x="1746516" y="3798939"/>
            <a:ext cx="232806" cy="208632"/>
          </a:xfrm>
          <a:prstGeom prst="rect">
            <a:avLst/>
          </a:prstGeom>
        </p:spPr>
      </p:pic>
      <p:sp>
        <p:nvSpPr>
          <p:cNvPr id="81" name="文本框 80"/>
          <p:cNvSpPr txBox="1"/>
          <p:nvPr>
            <p:custDataLst>
              <p:tags r:id="rId29"/>
            </p:custDataLst>
          </p:nvPr>
        </p:nvSpPr>
        <p:spPr>
          <a:xfrm>
            <a:off x="2131198" y="3774715"/>
            <a:ext cx="2919975" cy="2380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104000"/>
              </a:lnSpc>
            </a:pPr>
            <a:r>
              <a:rPr lang="en-US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LLM </a:t>
            </a:r>
            <a:r>
              <a:rPr lang="zh-CN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润色生成个性化理由与摘要</a:t>
            </a:r>
            <a:endParaRPr lang="zh-CN" sz="19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30"/>
            </p:custDataLst>
          </p:nvPr>
        </p:nvSpPr>
        <p:spPr>
          <a:xfrm>
            <a:off x="1689760" y="4035897"/>
            <a:ext cx="3684420" cy="456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利用大语言模型为每个学习节点生成定制化解释与动机说明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31"/>
            </p:custDataLst>
          </p:nvPr>
        </p:nvSpPr>
        <p:spPr>
          <a:xfrm>
            <a:off x="1527899" y="4584594"/>
            <a:ext cx="4007632" cy="755175"/>
          </a:xfrm>
          <a:custGeom>
            <a:avLst/>
            <a:gdLst>
              <a:gd name="sw" fmla="*/ 1 w 7625"/>
              <a:gd name="sh" fmla="*/ 1 h 1436"/>
              <a:gd name="mins" fmla="min sw sh"/>
              <a:gd name="dsw" fmla="+- 0 sw mins"/>
              <a:gd name="dsh" fmla="+- 0 sh mins"/>
              <a:gd name="p0x0" fmla="*/ 120 w 7625"/>
              <a:gd name="p0y0" fmla="*/ 0 h 1436"/>
              <a:gd name="p0x1" fmla="*/ 7505 w 7625"/>
              <a:gd name="p0y1" fmla="*/ 0 h 1436"/>
              <a:gd name="p0x2" fmla="*/ 7572 w 7625"/>
              <a:gd name="p0y2" fmla="*/ 0 h 1436"/>
              <a:gd name="p0x3" fmla="*/ 7625 w 7625"/>
              <a:gd name="p0y3" fmla="*/ 53 h 1436"/>
              <a:gd name="p0x4" fmla="*/ 7625 w 7625"/>
              <a:gd name="p0y4" fmla="*/ 120 h 1436"/>
              <a:gd name="p0x5" fmla="*/ 7625 w 7625"/>
              <a:gd name="p0y5" fmla="*/ 1316 h 1436"/>
              <a:gd name="p0x6" fmla="*/ 7625 w 7625"/>
              <a:gd name="p0y6" fmla="*/ 1383 h 1436"/>
              <a:gd name="p0x7" fmla="*/ 7572 w 7625"/>
              <a:gd name="p0y7" fmla="*/ 1436 h 1436"/>
              <a:gd name="p0x8" fmla="*/ 7505 w 7625"/>
              <a:gd name="p0y8" fmla="*/ 1436 h 1436"/>
              <a:gd name="p0x9" fmla="*/ 120 w 7625"/>
              <a:gd name="p0y9" fmla="*/ 1436 h 1436"/>
              <a:gd name="p0x10" fmla="*/ 53 w 7625"/>
              <a:gd name="p0y10" fmla="*/ 1436 h 1436"/>
              <a:gd name="p0x11" fmla="*/ 0 w 7625"/>
              <a:gd name="p0y11" fmla="*/ 1383 h 1436"/>
              <a:gd name="p0x12" fmla="*/ 0 w 7625"/>
              <a:gd name="p0y12" fmla="*/ 1316 h 1436"/>
              <a:gd name="p0x13" fmla="*/ 0 w 7625"/>
              <a:gd name="p0y13" fmla="*/ 120 h 1436"/>
              <a:gd name="p0x14" fmla="*/ 0 w 7625"/>
              <a:gd name="p0y14" fmla="*/ 53 h 1436"/>
              <a:gd name="p0x15" fmla="*/ 53 w 7625"/>
              <a:gd name="p0y15" fmla="*/ 0 h 1436"/>
              <a:gd name="p0x16" fmla="*/ 120 w 7625"/>
              <a:gd name="p0y16" fmla="*/ 0 h 143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32"/>
            </p:custDataLst>
          </p:nvPr>
        </p:nvSpPr>
        <p:spPr>
          <a:xfrm>
            <a:off x="1689760" y="4683918"/>
            <a:ext cx="346845" cy="34684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83" name="图片 82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1760705" y="4751185"/>
            <a:ext cx="204954" cy="208632"/>
          </a:xfrm>
          <a:prstGeom prst="rect">
            <a:avLst/>
          </a:prstGeom>
        </p:spPr>
      </p:pic>
      <p:sp>
        <p:nvSpPr>
          <p:cNvPr id="84" name="文本框 83"/>
          <p:cNvSpPr txBox="1"/>
          <p:nvPr>
            <p:custDataLst>
              <p:tags r:id="rId36"/>
            </p:custDataLst>
          </p:nvPr>
        </p:nvSpPr>
        <p:spPr>
          <a:xfrm>
            <a:off x="2131198" y="4727000"/>
            <a:ext cx="2648694" cy="2380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104000"/>
              </a:lnSpc>
            </a:pPr>
            <a:r>
              <a:rPr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根据掌握度自动插入补救节点</a:t>
            </a:r>
            <a:endParaRPr sz="19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37"/>
            </p:custDataLst>
          </p:nvPr>
        </p:nvSpPr>
        <p:spPr>
          <a:xfrm>
            <a:off x="1689760" y="5019769"/>
            <a:ext cx="3684420" cy="2280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实时评估学生掌握度，动态插入前置知识补救模块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38"/>
            </p:custDataLst>
          </p:nvPr>
        </p:nvSpPr>
        <p:spPr>
          <a:xfrm>
            <a:off x="1527899" y="5505309"/>
            <a:ext cx="4007632" cy="755175"/>
          </a:xfrm>
          <a:custGeom>
            <a:avLst/>
            <a:gdLst>
              <a:gd name="sw" fmla="*/ 1 w 7625"/>
              <a:gd name="sh" fmla="*/ 1 h 1436"/>
              <a:gd name="mins" fmla="min sw sh"/>
              <a:gd name="dsw" fmla="+- 0 sw mins"/>
              <a:gd name="dsh" fmla="+- 0 sh mins"/>
              <a:gd name="p0x0" fmla="*/ 120 w 7625"/>
              <a:gd name="p0y0" fmla="*/ 0 h 1436"/>
              <a:gd name="p0x1" fmla="*/ 7505 w 7625"/>
              <a:gd name="p0y1" fmla="*/ 0 h 1436"/>
              <a:gd name="p0x2" fmla="*/ 7572 w 7625"/>
              <a:gd name="p0y2" fmla="*/ 0 h 1436"/>
              <a:gd name="p0x3" fmla="*/ 7625 w 7625"/>
              <a:gd name="p0y3" fmla="*/ 53 h 1436"/>
              <a:gd name="p0x4" fmla="*/ 7625 w 7625"/>
              <a:gd name="p0y4" fmla="*/ 120 h 1436"/>
              <a:gd name="p0x5" fmla="*/ 7625 w 7625"/>
              <a:gd name="p0y5" fmla="*/ 1316 h 1436"/>
              <a:gd name="p0x6" fmla="*/ 7625 w 7625"/>
              <a:gd name="p0y6" fmla="*/ 1383 h 1436"/>
              <a:gd name="p0x7" fmla="*/ 7572 w 7625"/>
              <a:gd name="p0y7" fmla="*/ 1436 h 1436"/>
              <a:gd name="p0x8" fmla="*/ 7505 w 7625"/>
              <a:gd name="p0y8" fmla="*/ 1436 h 1436"/>
              <a:gd name="p0x9" fmla="*/ 120 w 7625"/>
              <a:gd name="p0y9" fmla="*/ 1436 h 1436"/>
              <a:gd name="p0x10" fmla="*/ 53 w 7625"/>
              <a:gd name="p0y10" fmla="*/ 1436 h 1436"/>
              <a:gd name="p0x11" fmla="*/ 0 w 7625"/>
              <a:gd name="p0y11" fmla="*/ 1383 h 1436"/>
              <a:gd name="p0x12" fmla="*/ 0 w 7625"/>
              <a:gd name="p0y12" fmla="*/ 1316 h 1436"/>
              <a:gd name="p0x13" fmla="*/ 0 w 7625"/>
              <a:gd name="p0y13" fmla="*/ 120 h 1436"/>
              <a:gd name="p0x14" fmla="*/ 0 w 7625"/>
              <a:gd name="p0y14" fmla="*/ 53 h 1436"/>
              <a:gd name="p0x15" fmla="*/ 53 w 7625"/>
              <a:gd name="p0y15" fmla="*/ 0 h 1436"/>
              <a:gd name="p0x16" fmla="*/ 120 w 7625"/>
              <a:gd name="p0y16" fmla="*/ 0 h 143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39"/>
            </p:custDataLst>
          </p:nvPr>
        </p:nvSpPr>
        <p:spPr>
          <a:xfrm>
            <a:off x="1689760" y="5568897"/>
            <a:ext cx="346845" cy="34684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1760705" y="5636164"/>
            <a:ext cx="204954" cy="208632"/>
          </a:xfrm>
          <a:prstGeom prst="rect">
            <a:avLst/>
          </a:prstGeom>
        </p:spPr>
      </p:pic>
      <p:sp>
        <p:nvSpPr>
          <p:cNvPr id="87" name="文本框 86"/>
          <p:cNvSpPr txBox="1"/>
          <p:nvPr>
            <p:custDataLst>
              <p:tags r:id="rId43"/>
            </p:custDataLst>
          </p:nvPr>
        </p:nvSpPr>
        <p:spPr>
          <a:xfrm>
            <a:off x="2131198" y="5493606"/>
            <a:ext cx="3242981" cy="4761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支持路径重规划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(replan) </a:t>
            </a: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与差异可视化</a:t>
            </a:r>
            <a:endParaRPr lang="zh-CN" altLang="en-US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44"/>
            </p:custDataLst>
          </p:nvPr>
        </p:nvSpPr>
        <p:spPr>
          <a:xfrm>
            <a:off x="1689760" y="5868718"/>
            <a:ext cx="3684420" cy="6842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当学生在某个知识点持续挣扎时，系统自动触发路径重规划，插入补救学习节点，并通过差异可视化让学生清楚看到路径变化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45"/>
            </p:custDataLst>
          </p:nvPr>
        </p:nvSpPr>
        <p:spPr>
          <a:xfrm>
            <a:off x="5764133" y="1822450"/>
            <a:ext cx="4899968" cy="867111"/>
          </a:xfrm>
          <a:custGeom>
            <a:avLst/>
            <a:gdLst>
              <a:gd name="sw" fmla="*/ 1 w 9324"/>
              <a:gd name="sh" fmla="*/ 1 h 1650"/>
              <a:gd name="mins" fmla="min sw sh"/>
              <a:gd name="dsw" fmla="+- 0 sw mins"/>
              <a:gd name="dsh" fmla="+- 0 sh mins"/>
              <a:gd name="p0x0" fmla="*/ 120 w 9324"/>
              <a:gd name="p0y0" fmla="*/ 0 h 1650"/>
              <a:gd name="p0x1" fmla="*/ 9204 w 9324"/>
              <a:gd name="p0y1" fmla="*/ 0 h 1650"/>
              <a:gd name="p0x2" fmla="*/ 9270 w 9324"/>
              <a:gd name="p0y2" fmla="*/ 0 h 1650"/>
              <a:gd name="p0x3" fmla="*/ 9324 w 9324"/>
              <a:gd name="p0y3" fmla="*/ 53 h 1650"/>
              <a:gd name="p0x4" fmla="*/ 9324 w 9324"/>
              <a:gd name="p0y4" fmla="*/ 120 h 1650"/>
              <a:gd name="p0x5" fmla="*/ 9324 w 9324"/>
              <a:gd name="p0y5" fmla="*/ 1530 h 1650"/>
              <a:gd name="p0x6" fmla="*/ 9324 w 9324"/>
              <a:gd name="p0y6" fmla="*/ 1596 h 1650"/>
              <a:gd name="p0x7" fmla="*/ 9270 w 9324"/>
              <a:gd name="p0y7" fmla="*/ 1650 h 1650"/>
              <a:gd name="p0x8" fmla="*/ 9204 w 9324"/>
              <a:gd name="p0y8" fmla="*/ 1650 h 1650"/>
              <a:gd name="p0x9" fmla="*/ 120 w 9324"/>
              <a:gd name="p0y9" fmla="*/ 1650 h 1650"/>
              <a:gd name="p0x10" fmla="*/ 53 w 9324"/>
              <a:gd name="p0y10" fmla="*/ 1650 h 1650"/>
              <a:gd name="p0x11" fmla="*/ 0 w 9324"/>
              <a:gd name="p0y11" fmla="*/ 1596 h 1650"/>
              <a:gd name="p0x12" fmla="*/ 0 w 9324"/>
              <a:gd name="p0y12" fmla="*/ 1530 h 1650"/>
              <a:gd name="p0x13" fmla="*/ 0 w 9324"/>
              <a:gd name="p0y13" fmla="*/ 120 h 1650"/>
              <a:gd name="p0x14" fmla="*/ 0 w 9324"/>
              <a:gd name="p0y14" fmla="*/ 53 h 1650"/>
              <a:gd name="p0x15" fmla="*/ 53 w 9324"/>
              <a:gd name="p0y15" fmla="*/ 0 h 1650"/>
              <a:gd name="p0x16" fmla="*/ 120 w 9324"/>
              <a:gd name="p0y16" fmla="*/ 0 h 16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46"/>
            </p:custDataLst>
          </p:nvPr>
        </p:nvSpPr>
        <p:spPr>
          <a:xfrm>
            <a:off x="5925468" y="2082583"/>
            <a:ext cx="346845" cy="34684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47"/>
            </p:custDataLst>
          </p:nvPr>
        </p:nvSpPr>
        <p:spPr>
          <a:xfrm>
            <a:off x="6035416" y="2142755"/>
            <a:ext cx="332868" cy="2054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50000"/>
          </a:bodyPr>
          <a:p>
            <a:pPr algn="l">
              <a:lnSpc>
                <a:spcPct val="83000"/>
              </a:lnSpc>
            </a:pPr>
            <a:r>
              <a:rPr sz="2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1</a:t>
            </a:r>
            <a:endParaRPr sz="2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48"/>
            </p:custDataLst>
          </p:nvPr>
        </p:nvSpPr>
        <p:spPr>
          <a:xfrm>
            <a:off x="6367416" y="1996151"/>
            <a:ext cx="2433210" cy="2380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104000"/>
              </a:lnSpc>
            </a:pPr>
            <a:r>
              <a:rPr lang="en-US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Foundation </a:t>
            </a:r>
            <a:r>
              <a:rPr lang="zh-CN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基础</a:t>
            </a:r>
            <a:endParaRPr lang="zh-CN" sz="19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1" name="文本框 90"/>
          <p:cNvSpPr txBox="1"/>
          <p:nvPr>
            <p:custDataLst>
              <p:tags r:id="rId49"/>
            </p:custDataLst>
          </p:nvPr>
        </p:nvSpPr>
        <p:spPr>
          <a:xfrm>
            <a:off x="6367416" y="2264167"/>
            <a:ext cx="2716991" cy="2280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数组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链表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哈希表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字符串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双指针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50"/>
            </p:custDataLst>
          </p:nvPr>
        </p:nvSpPr>
        <p:spPr>
          <a:xfrm>
            <a:off x="5764133" y="3012758"/>
            <a:ext cx="4899968" cy="867111"/>
          </a:xfrm>
          <a:custGeom>
            <a:avLst/>
            <a:gdLst>
              <a:gd name="sw" fmla="*/ 1 w 9324"/>
              <a:gd name="sh" fmla="*/ 1 h 1650"/>
              <a:gd name="mins" fmla="min sw sh"/>
              <a:gd name="dsw" fmla="+- 0 sw mins"/>
              <a:gd name="dsh" fmla="+- 0 sh mins"/>
              <a:gd name="p0x0" fmla="*/ 120 w 9324"/>
              <a:gd name="p0y0" fmla="*/ 0 h 1650"/>
              <a:gd name="p0x1" fmla="*/ 9204 w 9324"/>
              <a:gd name="p0y1" fmla="*/ 0 h 1650"/>
              <a:gd name="p0x2" fmla="*/ 9270 w 9324"/>
              <a:gd name="p0y2" fmla="*/ 0 h 1650"/>
              <a:gd name="p0x3" fmla="*/ 9324 w 9324"/>
              <a:gd name="p0y3" fmla="*/ 53 h 1650"/>
              <a:gd name="p0x4" fmla="*/ 9324 w 9324"/>
              <a:gd name="p0y4" fmla="*/ 120 h 1650"/>
              <a:gd name="p0x5" fmla="*/ 9324 w 9324"/>
              <a:gd name="p0y5" fmla="*/ 1530 h 1650"/>
              <a:gd name="p0x6" fmla="*/ 9324 w 9324"/>
              <a:gd name="p0y6" fmla="*/ 1596 h 1650"/>
              <a:gd name="p0x7" fmla="*/ 9270 w 9324"/>
              <a:gd name="p0y7" fmla="*/ 1650 h 1650"/>
              <a:gd name="p0x8" fmla="*/ 9204 w 9324"/>
              <a:gd name="p0y8" fmla="*/ 1650 h 1650"/>
              <a:gd name="p0x9" fmla="*/ 120 w 9324"/>
              <a:gd name="p0y9" fmla="*/ 1650 h 1650"/>
              <a:gd name="p0x10" fmla="*/ 53 w 9324"/>
              <a:gd name="p0y10" fmla="*/ 1650 h 1650"/>
              <a:gd name="p0x11" fmla="*/ 0 w 9324"/>
              <a:gd name="p0y11" fmla="*/ 1596 h 1650"/>
              <a:gd name="p0x12" fmla="*/ 0 w 9324"/>
              <a:gd name="p0y12" fmla="*/ 1530 h 1650"/>
              <a:gd name="p0x13" fmla="*/ 0 w 9324"/>
              <a:gd name="p0y13" fmla="*/ 120 h 1650"/>
              <a:gd name="p0x14" fmla="*/ 0 w 9324"/>
              <a:gd name="p0y14" fmla="*/ 53 h 1650"/>
              <a:gd name="p0x15" fmla="*/ 53 w 9324"/>
              <a:gd name="p0y15" fmla="*/ 0 h 1650"/>
              <a:gd name="p0x16" fmla="*/ 120 w 9324"/>
              <a:gd name="p0y16" fmla="*/ 0 h 16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51"/>
            </p:custDataLst>
          </p:nvPr>
        </p:nvSpPr>
        <p:spPr>
          <a:xfrm>
            <a:off x="5925468" y="3272891"/>
            <a:ext cx="346845" cy="34684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52"/>
            </p:custDataLst>
          </p:nvPr>
        </p:nvSpPr>
        <p:spPr>
          <a:xfrm>
            <a:off x="6035416" y="3333063"/>
            <a:ext cx="332868" cy="2054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50000"/>
          </a:bodyPr>
          <a:p>
            <a:pPr algn="l">
              <a:lnSpc>
                <a:spcPct val="83000"/>
              </a:lnSpc>
            </a:pPr>
            <a:r>
              <a:rPr sz="2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2</a:t>
            </a:r>
            <a:endParaRPr sz="2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3" name="文本框 92"/>
          <p:cNvSpPr txBox="1"/>
          <p:nvPr>
            <p:custDataLst>
              <p:tags r:id="rId53"/>
            </p:custDataLst>
          </p:nvPr>
        </p:nvSpPr>
        <p:spPr>
          <a:xfrm>
            <a:off x="6367416" y="3186458"/>
            <a:ext cx="1563079" cy="2380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104000"/>
              </a:lnSpc>
            </a:pPr>
            <a:r>
              <a:rPr lang="en-US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Technique </a:t>
            </a:r>
            <a:r>
              <a:rPr lang="zh-CN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技巧</a:t>
            </a:r>
            <a:endParaRPr lang="zh-CN" sz="19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54"/>
            </p:custDataLst>
          </p:nvPr>
        </p:nvSpPr>
        <p:spPr>
          <a:xfrm>
            <a:off x="6367416" y="3454474"/>
            <a:ext cx="1373891" cy="2280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栈与队列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单调栈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55"/>
            </p:custDataLst>
          </p:nvPr>
        </p:nvSpPr>
        <p:spPr>
          <a:xfrm>
            <a:off x="5764133" y="4203065"/>
            <a:ext cx="4899968" cy="867111"/>
          </a:xfrm>
          <a:custGeom>
            <a:avLst/>
            <a:gdLst>
              <a:gd name="sw" fmla="*/ 1 w 9324"/>
              <a:gd name="sh" fmla="*/ 1 h 1650"/>
              <a:gd name="mins" fmla="min sw sh"/>
              <a:gd name="dsw" fmla="+- 0 sw mins"/>
              <a:gd name="dsh" fmla="+- 0 sh mins"/>
              <a:gd name="p0x0" fmla="*/ 120 w 9324"/>
              <a:gd name="p0y0" fmla="*/ 0 h 1650"/>
              <a:gd name="p0x1" fmla="*/ 9204 w 9324"/>
              <a:gd name="p0y1" fmla="*/ 0 h 1650"/>
              <a:gd name="p0x2" fmla="*/ 9270 w 9324"/>
              <a:gd name="p0y2" fmla="*/ 0 h 1650"/>
              <a:gd name="p0x3" fmla="*/ 9324 w 9324"/>
              <a:gd name="p0y3" fmla="*/ 53 h 1650"/>
              <a:gd name="p0x4" fmla="*/ 9324 w 9324"/>
              <a:gd name="p0y4" fmla="*/ 120 h 1650"/>
              <a:gd name="p0x5" fmla="*/ 9324 w 9324"/>
              <a:gd name="p0y5" fmla="*/ 1530 h 1650"/>
              <a:gd name="p0x6" fmla="*/ 9324 w 9324"/>
              <a:gd name="p0y6" fmla="*/ 1596 h 1650"/>
              <a:gd name="p0x7" fmla="*/ 9270 w 9324"/>
              <a:gd name="p0y7" fmla="*/ 1650 h 1650"/>
              <a:gd name="p0x8" fmla="*/ 9204 w 9324"/>
              <a:gd name="p0y8" fmla="*/ 1650 h 1650"/>
              <a:gd name="p0x9" fmla="*/ 120 w 9324"/>
              <a:gd name="p0y9" fmla="*/ 1650 h 1650"/>
              <a:gd name="p0x10" fmla="*/ 53 w 9324"/>
              <a:gd name="p0y10" fmla="*/ 1650 h 1650"/>
              <a:gd name="p0x11" fmla="*/ 0 w 9324"/>
              <a:gd name="p0y11" fmla="*/ 1596 h 1650"/>
              <a:gd name="p0x12" fmla="*/ 0 w 9324"/>
              <a:gd name="p0y12" fmla="*/ 1530 h 1650"/>
              <a:gd name="p0x13" fmla="*/ 0 w 9324"/>
              <a:gd name="p0y13" fmla="*/ 120 h 1650"/>
              <a:gd name="p0x14" fmla="*/ 0 w 9324"/>
              <a:gd name="p0y14" fmla="*/ 53 h 1650"/>
              <a:gd name="p0x15" fmla="*/ 53 w 9324"/>
              <a:gd name="p0y15" fmla="*/ 0 h 1650"/>
              <a:gd name="p0x16" fmla="*/ 120 w 9324"/>
              <a:gd name="p0y16" fmla="*/ 0 h 16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56"/>
            </p:custDataLst>
          </p:nvPr>
        </p:nvSpPr>
        <p:spPr>
          <a:xfrm>
            <a:off x="5925468" y="4463199"/>
            <a:ext cx="346845" cy="34684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5" name="文本框 94"/>
          <p:cNvSpPr txBox="1"/>
          <p:nvPr>
            <p:custDataLst>
              <p:tags r:id="rId57"/>
            </p:custDataLst>
          </p:nvPr>
        </p:nvSpPr>
        <p:spPr>
          <a:xfrm>
            <a:off x="6035416" y="4523371"/>
            <a:ext cx="332868" cy="2054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50000"/>
          </a:bodyPr>
          <a:p>
            <a:pPr algn="l">
              <a:lnSpc>
                <a:spcPct val="83000"/>
              </a:lnSpc>
            </a:pPr>
            <a:r>
              <a:rPr sz="2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3</a:t>
            </a:r>
            <a:endParaRPr sz="2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58"/>
            </p:custDataLst>
          </p:nvPr>
        </p:nvSpPr>
        <p:spPr>
          <a:xfrm>
            <a:off x="6367416" y="4376766"/>
            <a:ext cx="1485733" cy="2380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104000"/>
              </a:lnSpc>
            </a:pPr>
            <a:r>
              <a:rPr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Tree &amp; Search</a:t>
            </a:r>
            <a:endParaRPr sz="19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59"/>
            </p:custDataLst>
          </p:nvPr>
        </p:nvSpPr>
        <p:spPr>
          <a:xfrm>
            <a:off x="6367416" y="4644782"/>
            <a:ext cx="1296545" cy="2280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二叉树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回溯算法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60"/>
            </p:custDataLst>
          </p:nvPr>
        </p:nvSpPr>
        <p:spPr>
          <a:xfrm>
            <a:off x="5764133" y="5393373"/>
            <a:ext cx="4899968" cy="867111"/>
          </a:xfrm>
          <a:custGeom>
            <a:avLst/>
            <a:gdLst>
              <a:gd name="sw" fmla="*/ 1 w 9324"/>
              <a:gd name="sh" fmla="*/ 1 h 1650"/>
              <a:gd name="mins" fmla="min sw sh"/>
              <a:gd name="dsw" fmla="+- 0 sw mins"/>
              <a:gd name="dsh" fmla="+- 0 sh mins"/>
              <a:gd name="p0x0" fmla="*/ 120 w 9324"/>
              <a:gd name="p0y0" fmla="*/ 0 h 1650"/>
              <a:gd name="p0x1" fmla="*/ 9204 w 9324"/>
              <a:gd name="p0y1" fmla="*/ 0 h 1650"/>
              <a:gd name="p0x2" fmla="*/ 9270 w 9324"/>
              <a:gd name="p0y2" fmla="*/ 0 h 1650"/>
              <a:gd name="p0x3" fmla="*/ 9324 w 9324"/>
              <a:gd name="p0y3" fmla="*/ 53 h 1650"/>
              <a:gd name="p0x4" fmla="*/ 9324 w 9324"/>
              <a:gd name="p0y4" fmla="*/ 120 h 1650"/>
              <a:gd name="p0x5" fmla="*/ 9324 w 9324"/>
              <a:gd name="p0y5" fmla="*/ 1530 h 1650"/>
              <a:gd name="p0x6" fmla="*/ 9324 w 9324"/>
              <a:gd name="p0y6" fmla="*/ 1596 h 1650"/>
              <a:gd name="p0x7" fmla="*/ 9270 w 9324"/>
              <a:gd name="p0y7" fmla="*/ 1650 h 1650"/>
              <a:gd name="p0x8" fmla="*/ 9204 w 9324"/>
              <a:gd name="p0y8" fmla="*/ 1650 h 1650"/>
              <a:gd name="p0x9" fmla="*/ 120 w 9324"/>
              <a:gd name="p0y9" fmla="*/ 1650 h 1650"/>
              <a:gd name="p0x10" fmla="*/ 53 w 9324"/>
              <a:gd name="p0y10" fmla="*/ 1650 h 1650"/>
              <a:gd name="p0x11" fmla="*/ 0 w 9324"/>
              <a:gd name="p0y11" fmla="*/ 1596 h 1650"/>
              <a:gd name="p0x12" fmla="*/ 0 w 9324"/>
              <a:gd name="p0y12" fmla="*/ 1530 h 1650"/>
              <a:gd name="p0x13" fmla="*/ 0 w 9324"/>
              <a:gd name="p0y13" fmla="*/ 120 h 1650"/>
              <a:gd name="p0x14" fmla="*/ 0 w 9324"/>
              <a:gd name="p0y14" fmla="*/ 53 h 1650"/>
              <a:gd name="p0x15" fmla="*/ 53 w 9324"/>
              <a:gd name="p0y15" fmla="*/ 0 h 1650"/>
              <a:gd name="p0x16" fmla="*/ 120 w 9324"/>
              <a:gd name="p0y16" fmla="*/ 0 h 16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61"/>
            </p:custDataLst>
          </p:nvPr>
        </p:nvSpPr>
        <p:spPr>
          <a:xfrm>
            <a:off x="5925468" y="5653506"/>
            <a:ext cx="346845" cy="34684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62"/>
            </p:custDataLst>
          </p:nvPr>
        </p:nvSpPr>
        <p:spPr>
          <a:xfrm>
            <a:off x="6035416" y="5713679"/>
            <a:ext cx="332868" cy="2054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50000"/>
          </a:bodyPr>
          <a:p>
            <a:pPr algn="l">
              <a:lnSpc>
                <a:spcPct val="83000"/>
              </a:lnSpc>
            </a:pPr>
            <a:r>
              <a:rPr sz="2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4</a:t>
            </a:r>
            <a:endParaRPr sz="2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63"/>
            </p:custDataLst>
          </p:nvPr>
        </p:nvSpPr>
        <p:spPr>
          <a:xfrm>
            <a:off x="6367416" y="5567073"/>
            <a:ext cx="1860348" cy="2380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104000"/>
              </a:lnSpc>
            </a:pPr>
            <a:r>
              <a:rPr lang="en-US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Advanced </a:t>
            </a:r>
            <a:r>
              <a:rPr lang="zh-CN" sz="19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进阶</a:t>
            </a:r>
            <a:endParaRPr lang="zh-CN" sz="19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64"/>
            </p:custDataLst>
          </p:nvPr>
        </p:nvSpPr>
        <p:spPr>
          <a:xfrm>
            <a:off x="6367416" y="5835089"/>
            <a:ext cx="2002239" cy="2280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贪心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动态规划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图论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排序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</p:spTree>
    <p:custDataLst>
      <p:tags r:id="rId6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9" name="图片 13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155" y="1517898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文本框 6"/>
          <p:cNvSpPr txBox="1"/>
          <p:nvPr>
            <p:custDataLst>
              <p:tags r:id="rId4"/>
            </p:custDataLst>
          </p:nvPr>
        </p:nvSpPr>
        <p:spPr>
          <a:xfrm>
            <a:off x="457155" y="152401"/>
            <a:ext cx="11277690" cy="1213096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在线评测系统 — Python/C++ 双语 + AI 诊断</a:t>
            </a:r>
            <a:endParaRPr lang="zh-CN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5"/>
            </p:custDataLst>
          </p:nvPr>
        </p:nvSpPr>
        <p:spPr>
          <a:xfrm>
            <a:off x="1226028" y="1822450"/>
            <a:ext cx="4272466" cy="2277416"/>
          </a:xfrm>
          <a:custGeom>
            <a:avLst/>
            <a:gdLst>
              <a:gd name="sw" fmla="*/ 1 w 7625"/>
              <a:gd name="sh" fmla="*/ 1 h 4065"/>
              <a:gd name="mins" fmla="min sw sh"/>
              <a:gd name="dsw" fmla="+- 0 sw mins"/>
              <a:gd name="dsh" fmla="+- 0 sh mins"/>
              <a:gd name="p0x0" fmla="*/ 120 w 7625"/>
              <a:gd name="p0y0" fmla="*/ 0 h 4065"/>
              <a:gd name="p0x1" fmla="*/ 7505 w 7625"/>
              <a:gd name="p0y1" fmla="*/ 0 h 4065"/>
              <a:gd name="p0x2" fmla="*/ 7572 w 7625"/>
              <a:gd name="p0y2" fmla="*/ 0 h 4065"/>
              <a:gd name="p0x3" fmla="*/ 7625 w 7625"/>
              <a:gd name="p0y3" fmla="*/ 53 h 4065"/>
              <a:gd name="p0x4" fmla="*/ 7625 w 7625"/>
              <a:gd name="p0y4" fmla="*/ 120 h 4065"/>
              <a:gd name="p0x5" fmla="*/ 7625 w 7625"/>
              <a:gd name="p0y5" fmla="*/ 3945 h 4065"/>
              <a:gd name="p0x6" fmla="*/ 7625 w 7625"/>
              <a:gd name="p0y6" fmla="*/ 4011 h 4065"/>
              <a:gd name="p0x7" fmla="*/ 7572 w 7625"/>
              <a:gd name="p0y7" fmla="*/ 4065 h 4065"/>
              <a:gd name="p0x8" fmla="*/ 7505 w 7625"/>
              <a:gd name="p0y8" fmla="*/ 4065 h 4065"/>
              <a:gd name="p0x9" fmla="*/ 120 w 7625"/>
              <a:gd name="p0y9" fmla="*/ 4065 h 4065"/>
              <a:gd name="p0x10" fmla="*/ 53 w 7625"/>
              <a:gd name="p0y10" fmla="*/ 4065 h 4065"/>
              <a:gd name="p0x11" fmla="*/ 0 w 7625"/>
              <a:gd name="p0y11" fmla="*/ 4011 h 4065"/>
              <a:gd name="p0x12" fmla="*/ 0 w 7625"/>
              <a:gd name="p0y12" fmla="*/ 3945 h 4065"/>
              <a:gd name="p0x13" fmla="*/ 0 w 7625"/>
              <a:gd name="p0y13" fmla="*/ 120 h 4065"/>
              <a:gd name="p0x14" fmla="*/ 0 w 7625"/>
              <a:gd name="p0y14" fmla="*/ 53 h 4065"/>
              <a:gd name="p0x15" fmla="*/ 53 w 7625"/>
              <a:gd name="p0y15" fmla="*/ 0 h 4065"/>
              <a:gd name="p0x16" fmla="*/ 120 w 762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6"/>
            </p:custDataLst>
          </p:nvPr>
        </p:nvSpPr>
        <p:spPr>
          <a:xfrm>
            <a:off x="1398585" y="1995007"/>
            <a:ext cx="369765" cy="3697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89" name="图片 8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1474219" y="2066159"/>
            <a:ext cx="218497" cy="222979"/>
          </a:xfrm>
          <a:prstGeom prst="rect">
            <a:avLst/>
          </a:prstGeom>
        </p:spPr>
      </p:pic>
      <p:sp>
        <p:nvSpPr>
          <p:cNvPr id="90" name="文本框 89"/>
          <p:cNvSpPr txBox="1"/>
          <p:nvPr>
            <p:custDataLst>
              <p:tags r:id="rId10"/>
            </p:custDataLst>
          </p:nvPr>
        </p:nvSpPr>
        <p:spPr>
          <a:xfrm>
            <a:off x="1869195" y="2018537"/>
            <a:ext cx="1176525" cy="296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执行引擎</a:t>
            </a:r>
            <a:endParaRPr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1" name="文本框 90"/>
          <p:cNvSpPr txBox="1"/>
          <p:nvPr>
            <p:custDataLst>
              <p:tags r:id="rId11"/>
            </p:custDataLst>
          </p:nvPr>
        </p:nvSpPr>
        <p:spPr>
          <a:xfrm>
            <a:off x="1398585" y="2465617"/>
            <a:ext cx="3927895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Python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12"/>
            </p:custDataLst>
          </p:nvPr>
        </p:nvSpPr>
        <p:spPr>
          <a:xfrm>
            <a:off x="1398585" y="2620708"/>
            <a:ext cx="3927895" cy="2431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en-US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subprocess 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沙箱执行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sys.settrace 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追踪</a:t>
            </a:r>
            <a:endParaRPr lang="zh-CN" altLang="en-US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3" name="文本框 92"/>
          <p:cNvSpPr txBox="1"/>
          <p:nvPr>
            <p:custDataLst>
              <p:tags r:id="rId13"/>
            </p:custDataLst>
          </p:nvPr>
        </p:nvSpPr>
        <p:spPr>
          <a:xfrm>
            <a:off x="1398585" y="2847988"/>
            <a:ext cx="3927895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C++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14"/>
            </p:custDataLst>
          </p:nvPr>
        </p:nvSpPr>
        <p:spPr>
          <a:xfrm>
            <a:off x="1398585" y="3003078"/>
            <a:ext cx="3927895" cy="2431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en-US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g++ 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编译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GDB MI 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机器接口追踪</a:t>
            </a:r>
            <a:endParaRPr lang="zh-CN" altLang="en-US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5" name="文本框 94"/>
          <p:cNvSpPr txBox="1"/>
          <p:nvPr>
            <p:custDataLst>
              <p:tags r:id="rId15"/>
            </p:custDataLst>
          </p:nvPr>
        </p:nvSpPr>
        <p:spPr>
          <a:xfrm>
            <a:off x="1398585" y="3230358"/>
            <a:ext cx="3927895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双模式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16"/>
            </p:custDataLst>
          </p:nvPr>
        </p:nvSpPr>
        <p:spPr>
          <a:xfrm>
            <a:off x="1398585" y="3385449"/>
            <a:ext cx="3927895" cy="2431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en-US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stdio (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标准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IO) / leetcode (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方法入口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)</a:t>
            </a:r>
            <a:endParaRPr lang="en-US" altLang="zh-CN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17"/>
            </p:custDataLst>
          </p:nvPr>
        </p:nvSpPr>
        <p:spPr>
          <a:xfrm>
            <a:off x="1398585" y="3612729"/>
            <a:ext cx="3927895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lang="en-US"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AST </a:t>
            </a:r>
            <a:r>
              <a:rPr lang="zh-CN"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静态分析</a:t>
            </a:r>
            <a:endParaRPr lang="zh-CN"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18"/>
            </p:custDataLst>
          </p:nvPr>
        </p:nvSpPr>
        <p:spPr>
          <a:xfrm>
            <a:off x="1398585" y="3767819"/>
            <a:ext cx="3927895" cy="2431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死循环检测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指针更新检查</a:t>
            </a:r>
            <a:r>
              <a:rPr lang="en-US" alt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/ </a:t>
            </a:r>
            <a:r>
              <a:rPr lang="zh-CN" alt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溢出预警</a:t>
            </a:r>
            <a:endParaRPr lang="zh-CN" altLang="en-US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19"/>
            </p:custDataLst>
          </p:nvPr>
        </p:nvSpPr>
        <p:spPr>
          <a:xfrm>
            <a:off x="1226028" y="4276344"/>
            <a:ext cx="4272466" cy="2277416"/>
          </a:xfrm>
          <a:custGeom>
            <a:avLst/>
            <a:gdLst>
              <a:gd name="sw" fmla="*/ 1 w 7625"/>
              <a:gd name="sh" fmla="*/ 1 h 4065"/>
              <a:gd name="mins" fmla="min sw sh"/>
              <a:gd name="dsw" fmla="+- 0 sw mins"/>
              <a:gd name="dsh" fmla="+- 0 sh mins"/>
              <a:gd name="p0x0" fmla="*/ 120 w 7625"/>
              <a:gd name="p0y0" fmla="*/ 0 h 4065"/>
              <a:gd name="p0x1" fmla="*/ 7505 w 7625"/>
              <a:gd name="p0y1" fmla="*/ 0 h 4065"/>
              <a:gd name="p0x2" fmla="*/ 7572 w 7625"/>
              <a:gd name="p0y2" fmla="*/ 0 h 4065"/>
              <a:gd name="p0x3" fmla="*/ 7625 w 7625"/>
              <a:gd name="p0y3" fmla="*/ 53 h 4065"/>
              <a:gd name="p0x4" fmla="*/ 7625 w 7625"/>
              <a:gd name="p0y4" fmla="*/ 120 h 4065"/>
              <a:gd name="p0x5" fmla="*/ 7625 w 7625"/>
              <a:gd name="p0y5" fmla="*/ 3945 h 4065"/>
              <a:gd name="p0x6" fmla="*/ 7625 w 7625"/>
              <a:gd name="p0y6" fmla="*/ 4011 h 4065"/>
              <a:gd name="p0x7" fmla="*/ 7572 w 7625"/>
              <a:gd name="p0y7" fmla="*/ 4065 h 4065"/>
              <a:gd name="p0x8" fmla="*/ 7505 w 7625"/>
              <a:gd name="p0y8" fmla="*/ 4065 h 4065"/>
              <a:gd name="p0x9" fmla="*/ 120 w 7625"/>
              <a:gd name="p0y9" fmla="*/ 4065 h 4065"/>
              <a:gd name="p0x10" fmla="*/ 53 w 7625"/>
              <a:gd name="p0y10" fmla="*/ 4065 h 4065"/>
              <a:gd name="p0x11" fmla="*/ 0 w 7625"/>
              <a:gd name="p0y11" fmla="*/ 4011 h 4065"/>
              <a:gd name="p0x12" fmla="*/ 0 w 7625"/>
              <a:gd name="p0y12" fmla="*/ 3945 h 4065"/>
              <a:gd name="p0x13" fmla="*/ 0 w 7625"/>
              <a:gd name="p0y13" fmla="*/ 120 h 4065"/>
              <a:gd name="p0x14" fmla="*/ 0 w 7625"/>
              <a:gd name="p0y14" fmla="*/ 53 h 4065"/>
              <a:gd name="p0x15" fmla="*/ 53 w 7625"/>
              <a:gd name="p0y15" fmla="*/ 0 h 4065"/>
              <a:gd name="p0x16" fmla="*/ 120 w 762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20"/>
            </p:custDataLst>
          </p:nvPr>
        </p:nvSpPr>
        <p:spPr>
          <a:xfrm>
            <a:off x="1398585" y="4448901"/>
            <a:ext cx="369765" cy="3697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6795" t="-1026" r="-6795" b="-1026"/>
          <a:stretch>
            <a:fillRect/>
          </a:stretch>
        </p:blipFill>
        <p:spPr>
          <a:xfrm>
            <a:off x="1459092" y="4520053"/>
            <a:ext cx="248191" cy="222979"/>
          </a:xfrm>
          <a:prstGeom prst="rect">
            <a:avLst/>
          </a:prstGeom>
        </p:spPr>
      </p:pic>
      <p:sp>
        <p:nvSpPr>
          <p:cNvPr id="100" name="文本框 99"/>
          <p:cNvSpPr txBox="1"/>
          <p:nvPr>
            <p:custDataLst>
              <p:tags r:id="rId24"/>
            </p:custDataLst>
          </p:nvPr>
        </p:nvSpPr>
        <p:spPr>
          <a:xfrm>
            <a:off x="1869195" y="4472432"/>
            <a:ext cx="1478471" cy="296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AI </a:t>
            </a:r>
            <a:r>
              <a:rPr lang="zh-CN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诊断管线</a:t>
            </a:r>
            <a:endParaRPr lang="zh-CN"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25"/>
            </p:custDataLst>
          </p:nvPr>
        </p:nvSpPr>
        <p:spPr>
          <a:xfrm>
            <a:off x="1398585" y="4943865"/>
            <a:ext cx="3927895" cy="27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边界用例自动生成</a:t>
            </a:r>
            <a:r>
              <a:rPr lang="en-US" altLang="zh-CN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(LLM</a:t>
            </a:r>
            <a:r>
              <a:rPr lang="zh-CN" altLang="en-US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驱动</a:t>
            </a:r>
            <a:r>
              <a:rPr lang="en-US" altLang="zh-CN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)</a:t>
            </a:r>
            <a:endParaRPr lang="en-US" altLang="zh-CN"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26"/>
            </p:custDataLst>
          </p:nvPr>
        </p:nvSpPr>
        <p:spPr>
          <a:xfrm>
            <a:off x="1398585" y="5316983"/>
            <a:ext cx="3927895" cy="27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Trace Bug Origin </a:t>
            </a:r>
            <a:r>
              <a:rPr lang="zh-CN" altLang="en-US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定位</a:t>
            </a:r>
            <a:r>
              <a:rPr lang="en-US" altLang="zh-CN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— </a:t>
            </a:r>
            <a:r>
              <a:rPr lang="zh-CN" altLang="en-US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找到错误起始步骤</a:t>
            </a:r>
            <a:endParaRPr lang="zh-CN" altLang="en-US"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3" name="文本框 102"/>
          <p:cNvSpPr txBox="1"/>
          <p:nvPr>
            <p:custDataLst>
              <p:tags r:id="rId27"/>
            </p:custDataLst>
          </p:nvPr>
        </p:nvSpPr>
        <p:spPr>
          <a:xfrm>
            <a:off x="1398585" y="5690093"/>
            <a:ext cx="3927895" cy="27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复杂度分析报告</a:t>
            </a:r>
            <a:r>
              <a:rPr lang="en-US" altLang="zh-CN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(</a:t>
            </a:r>
            <a:r>
              <a:rPr lang="zh-CN" altLang="en-US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时间</a:t>
            </a:r>
            <a:r>
              <a:rPr lang="en-US" altLang="zh-CN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/</a:t>
            </a:r>
            <a:r>
              <a:rPr lang="zh-CN" altLang="en-US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空间</a:t>
            </a:r>
            <a:r>
              <a:rPr lang="en-US" altLang="zh-CN"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)</a:t>
            </a:r>
            <a:endParaRPr lang="en-US" altLang="zh-CN"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28"/>
            </p:custDataLst>
          </p:nvPr>
        </p:nvSpPr>
        <p:spPr>
          <a:xfrm>
            <a:off x="1398585" y="6063211"/>
            <a:ext cx="3927895" cy="27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结构化修复建议与学习资源推荐</a:t>
            </a:r>
            <a:endParaRPr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29"/>
            </p:custDataLst>
          </p:nvPr>
        </p:nvSpPr>
        <p:spPr>
          <a:xfrm>
            <a:off x="5742202" y="1822450"/>
            <a:ext cx="5223770" cy="2663988"/>
          </a:xfrm>
          <a:custGeom>
            <a:avLst/>
            <a:gdLst>
              <a:gd name="sw" fmla="*/ 1 w 9324"/>
              <a:gd name="sh" fmla="*/ 1 h 4755"/>
              <a:gd name="mins" fmla="min sw sh"/>
              <a:gd name="dsw" fmla="+- 0 sw mins"/>
              <a:gd name="dsh" fmla="+- 0 sh mins"/>
              <a:gd name="p0x0" fmla="*/ 120 w 9324"/>
              <a:gd name="p0y0" fmla="*/ 0 h 4755"/>
              <a:gd name="p0x1" fmla="*/ 9204 w 9324"/>
              <a:gd name="p0y1" fmla="*/ 0 h 4755"/>
              <a:gd name="p0x2" fmla="*/ 9270 w 9324"/>
              <a:gd name="p0y2" fmla="*/ 0 h 4755"/>
              <a:gd name="p0x3" fmla="*/ 9324 w 9324"/>
              <a:gd name="p0y3" fmla="*/ 53 h 4755"/>
              <a:gd name="p0x4" fmla="*/ 9324 w 9324"/>
              <a:gd name="p0y4" fmla="*/ 120 h 4755"/>
              <a:gd name="p0x5" fmla="*/ 9324 w 9324"/>
              <a:gd name="p0y5" fmla="*/ 4635 h 4755"/>
              <a:gd name="p0x6" fmla="*/ 9324 w 9324"/>
              <a:gd name="p0y6" fmla="*/ 4701 h 4755"/>
              <a:gd name="p0x7" fmla="*/ 9270 w 9324"/>
              <a:gd name="p0y7" fmla="*/ 4755 h 4755"/>
              <a:gd name="p0x8" fmla="*/ 9204 w 9324"/>
              <a:gd name="p0y8" fmla="*/ 4755 h 4755"/>
              <a:gd name="p0x9" fmla="*/ 120 w 9324"/>
              <a:gd name="p0y9" fmla="*/ 4755 h 4755"/>
              <a:gd name="p0x10" fmla="*/ 53 w 9324"/>
              <a:gd name="p0y10" fmla="*/ 4755 h 4755"/>
              <a:gd name="p0x11" fmla="*/ 0 w 9324"/>
              <a:gd name="p0y11" fmla="*/ 4701 h 4755"/>
              <a:gd name="p0x12" fmla="*/ 0 w 9324"/>
              <a:gd name="p0y12" fmla="*/ 4635 h 4755"/>
              <a:gd name="p0x13" fmla="*/ 0 w 9324"/>
              <a:gd name="p0y13" fmla="*/ 120 h 4755"/>
              <a:gd name="p0x14" fmla="*/ 0 w 9324"/>
              <a:gd name="p0y14" fmla="*/ 53 h 4755"/>
              <a:gd name="p0x15" fmla="*/ 53 w 9324"/>
              <a:gd name="p0y15" fmla="*/ 0 h 4755"/>
              <a:gd name="p0x16" fmla="*/ 120 w 9324"/>
              <a:gd name="p0y16" fmla="*/ 0 h 47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30"/>
            </p:custDataLst>
          </p:nvPr>
        </p:nvSpPr>
        <p:spPr>
          <a:xfrm>
            <a:off x="5914199" y="1995007"/>
            <a:ext cx="369765" cy="3697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989833" y="2066159"/>
            <a:ext cx="218497" cy="222979"/>
          </a:xfrm>
          <a:prstGeom prst="rect">
            <a:avLst/>
          </a:prstGeom>
        </p:spPr>
      </p:pic>
      <p:sp>
        <p:nvSpPr>
          <p:cNvPr id="106" name="文本框 105"/>
          <p:cNvSpPr txBox="1"/>
          <p:nvPr>
            <p:custDataLst>
              <p:tags r:id="rId34"/>
            </p:custDataLst>
          </p:nvPr>
        </p:nvSpPr>
        <p:spPr>
          <a:xfrm>
            <a:off x="6385352" y="2018537"/>
            <a:ext cx="1802739" cy="296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OJ </a:t>
            </a:r>
            <a:r>
              <a:rPr lang="zh-CN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工作流闭环</a:t>
            </a:r>
            <a:endParaRPr lang="zh-CN"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35"/>
            </p:custDataLst>
          </p:nvPr>
        </p:nvSpPr>
        <p:spPr>
          <a:xfrm>
            <a:off x="6103003" y="2818014"/>
            <a:ext cx="302535" cy="30253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7" name="文本框 106"/>
          <p:cNvSpPr txBox="1"/>
          <p:nvPr>
            <p:custDataLst>
              <p:tags r:id="rId36"/>
            </p:custDataLst>
          </p:nvPr>
        </p:nvSpPr>
        <p:spPr>
          <a:xfrm>
            <a:off x="6197058" y="2861879"/>
            <a:ext cx="300300" cy="1854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p>
            <a:pPr algn="l">
              <a:lnSpc>
                <a:spcPct val="83000"/>
              </a:lnSpc>
            </a:pPr>
            <a:r>
              <a:rPr sz="1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1</a:t>
            </a:r>
            <a:endParaRPr sz="1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37"/>
            </p:custDataLst>
          </p:nvPr>
        </p:nvSpPr>
        <p:spPr>
          <a:xfrm>
            <a:off x="6014672" y="3187944"/>
            <a:ext cx="480199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ctr"/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Run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9" name="文本框 108"/>
          <p:cNvSpPr txBox="1"/>
          <p:nvPr>
            <p:custDataLst>
              <p:tags r:id="rId38"/>
            </p:custDataLst>
          </p:nvPr>
        </p:nvSpPr>
        <p:spPr>
          <a:xfrm>
            <a:off x="5952164" y="3464428"/>
            <a:ext cx="605137" cy="4862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ctr">
              <a:lnSpc>
                <a:spcPct val="133000"/>
              </a:lnSpc>
            </a:pPr>
            <a:r>
              <a:rPr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运行样例测试</a:t>
            </a:r>
            <a:endParaRPr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39"/>
            </p:custDataLst>
          </p:nvPr>
        </p:nvSpPr>
        <p:spPr>
          <a:xfrm>
            <a:off x="6662020" y="3234560"/>
            <a:ext cx="470610" cy="2846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2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2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40"/>
            </p:custDataLst>
          </p:nvPr>
        </p:nvSpPr>
        <p:spPr>
          <a:xfrm>
            <a:off x="7152911" y="2818014"/>
            <a:ext cx="302535" cy="30253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1" name="文本框 110"/>
          <p:cNvSpPr txBox="1"/>
          <p:nvPr>
            <p:custDataLst>
              <p:tags r:id="rId41"/>
            </p:custDataLst>
          </p:nvPr>
        </p:nvSpPr>
        <p:spPr>
          <a:xfrm>
            <a:off x="7246871" y="2861879"/>
            <a:ext cx="300300" cy="1854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p>
            <a:pPr algn="l">
              <a:lnSpc>
                <a:spcPct val="83000"/>
              </a:lnSpc>
            </a:pPr>
            <a:r>
              <a:rPr sz="1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2</a:t>
            </a:r>
            <a:endParaRPr sz="1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2" name="文本框 111"/>
          <p:cNvSpPr txBox="1"/>
          <p:nvPr>
            <p:custDataLst>
              <p:tags r:id="rId42"/>
            </p:custDataLst>
          </p:nvPr>
        </p:nvSpPr>
        <p:spPr>
          <a:xfrm>
            <a:off x="6940134" y="3187944"/>
            <a:ext cx="728832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ctr"/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Submit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3" name="文本框 112"/>
          <p:cNvSpPr txBox="1"/>
          <p:nvPr>
            <p:custDataLst>
              <p:tags r:id="rId43"/>
            </p:custDataLst>
          </p:nvPr>
        </p:nvSpPr>
        <p:spPr>
          <a:xfrm>
            <a:off x="7001977" y="3464428"/>
            <a:ext cx="605137" cy="4862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ctr">
              <a:lnSpc>
                <a:spcPct val="133000"/>
              </a:lnSpc>
            </a:pPr>
            <a:r>
              <a:rPr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全量提交评测</a:t>
            </a:r>
            <a:endParaRPr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4" name="文本框 113"/>
          <p:cNvSpPr txBox="1"/>
          <p:nvPr>
            <p:custDataLst>
              <p:tags r:id="rId44"/>
            </p:custDataLst>
          </p:nvPr>
        </p:nvSpPr>
        <p:spPr>
          <a:xfrm>
            <a:off x="7711833" y="3234560"/>
            <a:ext cx="470610" cy="2846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2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2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9" name="任意多边形 78"/>
          <p:cNvSpPr/>
          <p:nvPr>
            <p:custDataLst>
              <p:tags r:id="rId45"/>
            </p:custDataLst>
          </p:nvPr>
        </p:nvSpPr>
        <p:spPr>
          <a:xfrm>
            <a:off x="8202820" y="2818014"/>
            <a:ext cx="302535" cy="30253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46"/>
            </p:custDataLst>
          </p:nvPr>
        </p:nvSpPr>
        <p:spPr>
          <a:xfrm>
            <a:off x="8296684" y="2861879"/>
            <a:ext cx="300299" cy="1854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p>
            <a:pPr algn="l">
              <a:lnSpc>
                <a:spcPct val="83000"/>
              </a:lnSpc>
            </a:pPr>
            <a:r>
              <a:rPr sz="1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3</a:t>
            </a:r>
            <a:endParaRPr sz="1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6" name="文本框 115"/>
          <p:cNvSpPr txBox="1"/>
          <p:nvPr>
            <p:custDataLst>
              <p:tags r:id="rId47"/>
            </p:custDataLst>
          </p:nvPr>
        </p:nvSpPr>
        <p:spPr>
          <a:xfrm>
            <a:off x="8045093" y="3187944"/>
            <a:ext cx="618533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ctr"/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Trace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7" name="文本框 116"/>
          <p:cNvSpPr txBox="1"/>
          <p:nvPr>
            <p:custDataLst>
              <p:tags r:id="rId48"/>
            </p:custDataLst>
          </p:nvPr>
        </p:nvSpPr>
        <p:spPr>
          <a:xfrm>
            <a:off x="8051790" y="3464428"/>
            <a:ext cx="605137" cy="4862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ctr">
              <a:lnSpc>
                <a:spcPct val="133000"/>
              </a:lnSpc>
            </a:pPr>
            <a:r>
              <a:rPr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代码执行追踪</a:t>
            </a:r>
            <a:endParaRPr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8" name="文本框 117"/>
          <p:cNvSpPr txBox="1"/>
          <p:nvPr>
            <p:custDataLst>
              <p:tags r:id="rId49"/>
            </p:custDataLst>
          </p:nvPr>
        </p:nvSpPr>
        <p:spPr>
          <a:xfrm>
            <a:off x="8761646" y="3234560"/>
            <a:ext cx="470610" cy="2846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2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2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50"/>
            </p:custDataLst>
          </p:nvPr>
        </p:nvSpPr>
        <p:spPr>
          <a:xfrm>
            <a:off x="9252728" y="2706524"/>
            <a:ext cx="302535" cy="30253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9" name="文本框 118"/>
          <p:cNvSpPr txBox="1"/>
          <p:nvPr>
            <p:custDataLst>
              <p:tags r:id="rId51"/>
            </p:custDataLst>
          </p:nvPr>
        </p:nvSpPr>
        <p:spPr>
          <a:xfrm>
            <a:off x="9346497" y="2750529"/>
            <a:ext cx="300300" cy="1854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p>
            <a:pPr algn="l">
              <a:lnSpc>
                <a:spcPct val="83000"/>
              </a:lnSpc>
            </a:pPr>
            <a:r>
              <a:rPr sz="1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4</a:t>
            </a:r>
            <a:endParaRPr sz="1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52"/>
            </p:custDataLst>
          </p:nvPr>
        </p:nvSpPr>
        <p:spPr>
          <a:xfrm>
            <a:off x="9078367" y="3076595"/>
            <a:ext cx="651685" cy="4073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p>
            <a:pPr algn="ctr"/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Diagnose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1" name="文本框 120"/>
          <p:cNvSpPr txBox="1"/>
          <p:nvPr>
            <p:custDataLst>
              <p:tags r:id="rId53"/>
            </p:custDataLst>
          </p:nvPr>
        </p:nvSpPr>
        <p:spPr>
          <a:xfrm>
            <a:off x="9080199" y="3575777"/>
            <a:ext cx="647946" cy="4862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ctr">
              <a:lnSpc>
                <a:spcPct val="133000"/>
              </a:lnSpc>
            </a:pPr>
            <a:r>
              <a:rPr 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AI </a:t>
            </a:r>
            <a:r>
              <a:rPr 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深度诊断</a:t>
            </a:r>
            <a:endParaRPr lang="zh-CN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54"/>
            </p:custDataLst>
          </p:nvPr>
        </p:nvSpPr>
        <p:spPr>
          <a:xfrm>
            <a:off x="9811459" y="3234560"/>
            <a:ext cx="470610" cy="2846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2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2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55"/>
            </p:custDataLst>
          </p:nvPr>
        </p:nvSpPr>
        <p:spPr>
          <a:xfrm>
            <a:off x="10302636" y="2818014"/>
            <a:ext cx="302535" cy="30253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3" name="文本框 122"/>
          <p:cNvSpPr txBox="1"/>
          <p:nvPr>
            <p:custDataLst>
              <p:tags r:id="rId56"/>
            </p:custDataLst>
          </p:nvPr>
        </p:nvSpPr>
        <p:spPr>
          <a:xfrm>
            <a:off x="10396310" y="2861879"/>
            <a:ext cx="300299" cy="1854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60000"/>
          </a:bodyPr>
          <a:p>
            <a:pPr algn="l">
              <a:lnSpc>
                <a:spcPct val="83000"/>
              </a:lnSpc>
            </a:pPr>
            <a:r>
              <a:rPr sz="17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5</a:t>
            </a:r>
            <a:endParaRPr sz="17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4" name="文本框 123"/>
          <p:cNvSpPr txBox="1"/>
          <p:nvPr>
            <p:custDataLst>
              <p:tags r:id="rId57"/>
            </p:custDataLst>
          </p:nvPr>
        </p:nvSpPr>
        <p:spPr>
          <a:xfrm>
            <a:off x="10164484" y="3187944"/>
            <a:ext cx="579069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ctr"/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Tutor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5" name="文本框 124"/>
          <p:cNvSpPr txBox="1"/>
          <p:nvPr>
            <p:custDataLst>
              <p:tags r:id="rId58"/>
            </p:custDataLst>
          </p:nvPr>
        </p:nvSpPr>
        <p:spPr>
          <a:xfrm>
            <a:off x="10130012" y="3464428"/>
            <a:ext cx="647946" cy="4862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ctr">
              <a:lnSpc>
                <a:spcPct val="133000"/>
              </a:lnSpc>
            </a:pPr>
            <a:r>
              <a:rPr lang="en-US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AI </a:t>
            </a:r>
            <a:r>
              <a:rPr lang="zh-CN" sz="14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个性化辅导</a:t>
            </a:r>
            <a:endParaRPr lang="zh-CN" sz="14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2" name="任意多边形 81"/>
          <p:cNvSpPr/>
          <p:nvPr>
            <p:custDataLst>
              <p:tags r:id="rId59"/>
            </p:custDataLst>
          </p:nvPr>
        </p:nvSpPr>
        <p:spPr>
          <a:xfrm>
            <a:off x="5742202" y="4662917"/>
            <a:ext cx="5223770" cy="1890843"/>
          </a:xfrm>
          <a:custGeom>
            <a:avLst/>
            <a:gdLst>
              <a:gd name="sw" fmla="*/ 1 w 9324"/>
              <a:gd name="sh" fmla="*/ 1 h 3375"/>
              <a:gd name="mins" fmla="min sw sh"/>
              <a:gd name="dsw" fmla="+- 0 sw mins"/>
              <a:gd name="dsh" fmla="+- 0 sh mins"/>
              <a:gd name="p0x0" fmla="*/ 120 w 9324"/>
              <a:gd name="p0y0" fmla="*/ 0 h 3375"/>
              <a:gd name="p0x1" fmla="*/ 9204 w 9324"/>
              <a:gd name="p0y1" fmla="*/ 0 h 3375"/>
              <a:gd name="p0x2" fmla="*/ 9270 w 9324"/>
              <a:gd name="p0y2" fmla="*/ 0 h 3375"/>
              <a:gd name="p0x3" fmla="*/ 9324 w 9324"/>
              <a:gd name="p0y3" fmla="*/ 53 h 3375"/>
              <a:gd name="p0x4" fmla="*/ 9324 w 9324"/>
              <a:gd name="p0y4" fmla="*/ 120 h 3375"/>
              <a:gd name="p0x5" fmla="*/ 9324 w 9324"/>
              <a:gd name="p0y5" fmla="*/ 3255 h 3375"/>
              <a:gd name="p0x6" fmla="*/ 9324 w 9324"/>
              <a:gd name="p0y6" fmla="*/ 3321 h 3375"/>
              <a:gd name="p0x7" fmla="*/ 9270 w 9324"/>
              <a:gd name="p0y7" fmla="*/ 3375 h 3375"/>
              <a:gd name="p0x8" fmla="*/ 9204 w 9324"/>
              <a:gd name="p0y8" fmla="*/ 3375 h 3375"/>
              <a:gd name="p0x9" fmla="*/ 120 w 9324"/>
              <a:gd name="p0y9" fmla="*/ 3375 h 3375"/>
              <a:gd name="p0x10" fmla="*/ 53 w 9324"/>
              <a:gd name="p0y10" fmla="*/ 3375 h 3375"/>
              <a:gd name="p0x11" fmla="*/ 0 w 9324"/>
              <a:gd name="p0y11" fmla="*/ 3321 h 3375"/>
              <a:gd name="p0x12" fmla="*/ 0 w 9324"/>
              <a:gd name="p0y12" fmla="*/ 3255 h 3375"/>
              <a:gd name="p0x13" fmla="*/ 0 w 9324"/>
              <a:gd name="p0y13" fmla="*/ 120 h 3375"/>
              <a:gd name="p0x14" fmla="*/ 0 w 9324"/>
              <a:gd name="p0y14" fmla="*/ 53 h 3375"/>
              <a:gd name="p0x15" fmla="*/ 53 w 9324"/>
              <a:gd name="p0y15" fmla="*/ 0 h 3375"/>
              <a:gd name="p0x16" fmla="*/ 120 w 9324"/>
              <a:gd name="p0y16" fmla="*/ 0 h 3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3" name="任意多边形 82"/>
          <p:cNvSpPr/>
          <p:nvPr>
            <p:custDataLst>
              <p:tags r:id="rId60"/>
            </p:custDataLst>
          </p:nvPr>
        </p:nvSpPr>
        <p:spPr>
          <a:xfrm>
            <a:off x="5914199" y="4835474"/>
            <a:ext cx="369765" cy="36976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26" name="图片 125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989833" y="4906626"/>
            <a:ext cx="218497" cy="222979"/>
          </a:xfrm>
          <a:prstGeom prst="rect">
            <a:avLst/>
          </a:prstGeom>
        </p:spPr>
      </p:pic>
      <p:sp>
        <p:nvSpPr>
          <p:cNvPr id="127" name="文本框 126"/>
          <p:cNvSpPr txBox="1"/>
          <p:nvPr>
            <p:custDataLst>
              <p:tags r:id="rId64"/>
            </p:custDataLst>
          </p:nvPr>
        </p:nvSpPr>
        <p:spPr>
          <a:xfrm>
            <a:off x="6385352" y="4859004"/>
            <a:ext cx="1647135" cy="296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分层提示系统</a:t>
            </a:r>
            <a:endParaRPr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4" name="任意多边形 83"/>
          <p:cNvSpPr/>
          <p:nvPr>
            <p:custDataLst>
              <p:tags r:id="rId65"/>
            </p:custDataLst>
          </p:nvPr>
        </p:nvSpPr>
        <p:spPr>
          <a:xfrm>
            <a:off x="5914199" y="5442224"/>
            <a:ext cx="942901" cy="802838"/>
          </a:xfrm>
          <a:custGeom>
            <a:avLst/>
            <a:gdLst>
              <a:gd name="sw" fmla="*/ 1 w 1682"/>
              <a:gd name="sh" fmla="*/ 1 h 1432"/>
              <a:gd name="mins" fmla="min sw sh"/>
              <a:gd name="dsw" fmla="+- 0 sw mins"/>
              <a:gd name="dsh" fmla="+- 0 sh mins"/>
              <a:gd name="p0x0" fmla="*/ 120 w 1682"/>
              <a:gd name="p0y0" fmla="*/ 0 h 1432"/>
              <a:gd name="p0x1" fmla="*/ 1562 w 1682"/>
              <a:gd name="p0y1" fmla="*/ 0 h 1432"/>
              <a:gd name="p0x2" fmla="*/ 1628 w 1682"/>
              <a:gd name="p0y2" fmla="*/ 0 h 1432"/>
              <a:gd name="p0x3" fmla="*/ 1682 w 1682"/>
              <a:gd name="p0y3" fmla="*/ 53 h 1432"/>
              <a:gd name="p0x4" fmla="*/ 1682 w 1682"/>
              <a:gd name="p0y4" fmla="*/ 120 h 1432"/>
              <a:gd name="p0x5" fmla="*/ 1682 w 1682"/>
              <a:gd name="p0y5" fmla="*/ 1312 h 1432"/>
              <a:gd name="p0x6" fmla="*/ 1682 w 1682"/>
              <a:gd name="p0y6" fmla="*/ 1378 h 1432"/>
              <a:gd name="p0x7" fmla="*/ 1628 w 1682"/>
              <a:gd name="p0y7" fmla="*/ 1432 h 1432"/>
              <a:gd name="p0x8" fmla="*/ 1562 w 1682"/>
              <a:gd name="p0y8" fmla="*/ 1432 h 1432"/>
              <a:gd name="p0x9" fmla="*/ 120 w 1682"/>
              <a:gd name="p0y9" fmla="*/ 1432 h 1432"/>
              <a:gd name="p0x10" fmla="*/ 53 w 1682"/>
              <a:gd name="p0y10" fmla="*/ 1432 h 1432"/>
              <a:gd name="p0x11" fmla="*/ 0 w 1682"/>
              <a:gd name="p0y11" fmla="*/ 1378 h 1432"/>
              <a:gd name="p0x12" fmla="*/ 0 w 1682"/>
              <a:gd name="p0y12" fmla="*/ 1312 h 1432"/>
              <a:gd name="p0x13" fmla="*/ 0 w 1682"/>
              <a:gd name="p0y13" fmla="*/ 120 h 1432"/>
              <a:gd name="p0x14" fmla="*/ 0 w 1682"/>
              <a:gd name="p0y14" fmla="*/ 53 h 1432"/>
              <a:gd name="p0x15" fmla="*/ 53 w 1682"/>
              <a:gd name="p0y15" fmla="*/ 0 h 1432"/>
              <a:gd name="p0x16" fmla="*/ 120 w 1682"/>
              <a:gd name="p0y16" fmla="*/ 0 h 14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8" name="文本框 127"/>
          <p:cNvSpPr txBox="1"/>
          <p:nvPr>
            <p:custDataLst>
              <p:tags r:id="rId66"/>
            </p:custDataLst>
          </p:nvPr>
        </p:nvSpPr>
        <p:spPr>
          <a:xfrm>
            <a:off x="6243800" y="5543489"/>
            <a:ext cx="519587" cy="2846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2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L1</a:t>
            </a:r>
            <a:endParaRPr sz="2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9" name="文本框 128"/>
          <p:cNvSpPr txBox="1"/>
          <p:nvPr>
            <p:custDataLst>
              <p:tags r:id="rId67"/>
            </p:custDataLst>
          </p:nvPr>
        </p:nvSpPr>
        <p:spPr>
          <a:xfrm>
            <a:off x="5965753" y="5921658"/>
            <a:ext cx="840375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ctr"/>
            <a:r>
              <a:rPr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概念提示</a:t>
            </a:r>
            <a:endParaRPr sz="16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0" name="文本框 129"/>
          <p:cNvSpPr txBox="1"/>
          <p:nvPr>
            <p:custDataLst>
              <p:tags r:id="rId68"/>
            </p:custDataLst>
          </p:nvPr>
        </p:nvSpPr>
        <p:spPr>
          <a:xfrm>
            <a:off x="6958050" y="5732574"/>
            <a:ext cx="336150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16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5" name="任意多边形 84"/>
          <p:cNvSpPr/>
          <p:nvPr>
            <p:custDataLst>
              <p:tags r:id="rId69"/>
            </p:custDataLst>
          </p:nvPr>
        </p:nvSpPr>
        <p:spPr>
          <a:xfrm>
            <a:off x="7226864" y="5442224"/>
            <a:ext cx="942340" cy="802838"/>
          </a:xfrm>
          <a:custGeom>
            <a:avLst/>
            <a:gdLst>
              <a:gd name="sw" fmla="*/ 1 w 1682"/>
              <a:gd name="sh" fmla="*/ 1 h 1432"/>
              <a:gd name="mins" fmla="min sw sh"/>
              <a:gd name="dsw" fmla="+- 0 sw mins"/>
              <a:gd name="dsh" fmla="+- 0 sh mins"/>
              <a:gd name="p0x0" fmla="*/ 120 w 1682"/>
              <a:gd name="p0y0" fmla="*/ 0 h 1432"/>
              <a:gd name="p0x1" fmla="*/ 1562 w 1682"/>
              <a:gd name="p0y1" fmla="*/ 0 h 1432"/>
              <a:gd name="p0x2" fmla="*/ 1628 w 1682"/>
              <a:gd name="p0y2" fmla="*/ 0 h 1432"/>
              <a:gd name="p0x3" fmla="*/ 1682 w 1682"/>
              <a:gd name="p0y3" fmla="*/ 53 h 1432"/>
              <a:gd name="p0x4" fmla="*/ 1682 w 1682"/>
              <a:gd name="p0y4" fmla="*/ 120 h 1432"/>
              <a:gd name="p0x5" fmla="*/ 1682 w 1682"/>
              <a:gd name="p0y5" fmla="*/ 1312 h 1432"/>
              <a:gd name="p0x6" fmla="*/ 1682 w 1682"/>
              <a:gd name="p0y6" fmla="*/ 1378 h 1432"/>
              <a:gd name="p0x7" fmla="*/ 1628 w 1682"/>
              <a:gd name="p0y7" fmla="*/ 1432 h 1432"/>
              <a:gd name="p0x8" fmla="*/ 1562 w 1682"/>
              <a:gd name="p0y8" fmla="*/ 1432 h 1432"/>
              <a:gd name="p0x9" fmla="*/ 120 w 1682"/>
              <a:gd name="p0y9" fmla="*/ 1432 h 1432"/>
              <a:gd name="p0x10" fmla="*/ 53 w 1682"/>
              <a:gd name="p0y10" fmla="*/ 1432 h 1432"/>
              <a:gd name="p0x11" fmla="*/ 0 w 1682"/>
              <a:gd name="p0y11" fmla="*/ 1378 h 1432"/>
              <a:gd name="p0x12" fmla="*/ 0 w 1682"/>
              <a:gd name="p0y12" fmla="*/ 1312 h 1432"/>
              <a:gd name="p0x13" fmla="*/ 0 w 1682"/>
              <a:gd name="p0y13" fmla="*/ 120 h 1432"/>
              <a:gd name="p0x14" fmla="*/ 0 w 1682"/>
              <a:gd name="p0y14" fmla="*/ 53 h 1432"/>
              <a:gd name="p0x15" fmla="*/ 53 w 1682"/>
              <a:gd name="p0y15" fmla="*/ 0 h 1432"/>
              <a:gd name="p0x16" fmla="*/ 120 w 1682"/>
              <a:gd name="p0y16" fmla="*/ 0 h 14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1" name="文本框 130"/>
          <p:cNvSpPr txBox="1"/>
          <p:nvPr>
            <p:custDataLst>
              <p:tags r:id="rId70"/>
            </p:custDataLst>
          </p:nvPr>
        </p:nvSpPr>
        <p:spPr>
          <a:xfrm>
            <a:off x="7556028" y="5543489"/>
            <a:ext cx="519587" cy="2846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2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L2</a:t>
            </a:r>
            <a:endParaRPr sz="2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2" name="文本框 131"/>
          <p:cNvSpPr txBox="1"/>
          <p:nvPr>
            <p:custDataLst>
              <p:tags r:id="rId71"/>
            </p:custDataLst>
          </p:nvPr>
        </p:nvSpPr>
        <p:spPr>
          <a:xfrm>
            <a:off x="7362019" y="5921658"/>
            <a:ext cx="672300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ctr"/>
            <a:r>
              <a:rPr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伪代码</a:t>
            </a:r>
            <a:endParaRPr sz="16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3" name="文本框 132"/>
          <p:cNvSpPr txBox="1"/>
          <p:nvPr>
            <p:custDataLst>
              <p:tags r:id="rId72"/>
            </p:custDataLst>
          </p:nvPr>
        </p:nvSpPr>
        <p:spPr>
          <a:xfrm>
            <a:off x="8270288" y="5732574"/>
            <a:ext cx="336150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16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73"/>
            </p:custDataLst>
          </p:nvPr>
        </p:nvSpPr>
        <p:spPr>
          <a:xfrm>
            <a:off x="8538970" y="5442224"/>
            <a:ext cx="942340" cy="802838"/>
          </a:xfrm>
          <a:custGeom>
            <a:avLst/>
            <a:gdLst>
              <a:gd name="sw" fmla="*/ 1 w 1682"/>
              <a:gd name="sh" fmla="*/ 1 h 1432"/>
              <a:gd name="mins" fmla="min sw sh"/>
              <a:gd name="dsw" fmla="+- 0 sw mins"/>
              <a:gd name="dsh" fmla="+- 0 sh mins"/>
              <a:gd name="p0x0" fmla="*/ 120 w 1682"/>
              <a:gd name="p0y0" fmla="*/ 0 h 1432"/>
              <a:gd name="p0x1" fmla="*/ 1562 w 1682"/>
              <a:gd name="p0y1" fmla="*/ 0 h 1432"/>
              <a:gd name="p0x2" fmla="*/ 1628 w 1682"/>
              <a:gd name="p0y2" fmla="*/ 0 h 1432"/>
              <a:gd name="p0x3" fmla="*/ 1682 w 1682"/>
              <a:gd name="p0y3" fmla="*/ 53 h 1432"/>
              <a:gd name="p0x4" fmla="*/ 1682 w 1682"/>
              <a:gd name="p0y4" fmla="*/ 120 h 1432"/>
              <a:gd name="p0x5" fmla="*/ 1682 w 1682"/>
              <a:gd name="p0y5" fmla="*/ 1312 h 1432"/>
              <a:gd name="p0x6" fmla="*/ 1682 w 1682"/>
              <a:gd name="p0y6" fmla="*/ 1378 h 1432"/>
              <a:gd name="p0x7" fmla="*/ 1628 w 1682"/>
              <a:gd name="p0y7" fmla="*/ 1432 h 1432"/>
              <a:gd name="p0x8" fmla="*/ 1562 w 1682"/>
              <a:gd name="p0y8" fmla="*/ 1432 h 1432"/>
              <a:gd name="p0x9" fmla="*/ 120 w 1682"/>
              <a:gd name="p0y9" fmla="*/ 1432 h 1432"/>
              <a:gd name="p0x10" fmla="*/ 53 w 1682"/>
              <a:gd name="p0y10" fmla="*/ 1432 h 1432"/>
              <a:gd name="p0x11" fmla="*/ 0 w 1682"/>
              <a:gd name="p0y11" fmla="*/ 1378 h 1432"/>
              <a:gd name="p0x12" fmla="*/ 0 w 1682"/>
              <a:gd name="p0y12" fmla="*/ 1312 h 1432"/>
              <a:gd name="p0x13" fmla="*/ 0 w 1682"/>
              <a:gd name="p0y13" fmla="*/ 120 h 1432"/>
              <a:gd name="p0x14" fmla="*/ 0 w 1682"/>
              <a:gd name="p0y14" fmla="*/ 53 h 1432"/>
              <a:gd name="p0x15" fmla="*/ 53 w 1682"/>
              <a:gd name="p0y15" fmla="*/ 0 h 1432"/>
              <a:gd name="p0x16" fmla="*/ 120 w 1682"/>
              <a:gd name="p0y16" fmla="*/ 0 h 14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4" name="文本框 133"/>
          <p:cNvSpPr txBox="1"/>
          <p:nvPr>
            <p:custDataLst>
              <p:tags r:id="rId74"/>
            </p:custDataLst>
          </p:nvPr>
        </p:nvSpPr>
        <p:spPr>
          <a:xfrm>
            <a:off x="8868265" y="5543489"/>
            <a:ext cx="519587" cy="2846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2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L3</a:t>
            </a:r>
            <a:endParaRPr sz="2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5" name="文本框 134"/>
          <p:cNvSpPr txBox="1"/>
          <p:nvPr>
            <p:custDataLst>
              <p:tags r:id="rId75"/>
            </p:custDataLst>
          </p:nvPr>
        </p:nvSpPr>
        <p:spPr>
          <a:xfrm>
            <a:off x="8674255" y="5921658"/>
            <a:ext cx="672300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ctr"/>
            <a:r>
              <a:rPr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关键行</a:t>
            </a:r>
            <a:endParaRPr sz="16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6" name="文本框 135"/>
          <p:cNvSpPr txBox="1"/>
          <p:nvPr>
            <p:custDataLst>
              <p:tags r:id="rId76"/>
            </p:custDataLst>
          </p:nvPr>
        </p:nvSpPr>
        <p:spPr>
          <a:xfrm>
            <a:off x="9582517" y="5732574"/>
            <a:ext cx="336150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16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7" name="任意多边形 86"/>
          <p:cNvSpPr/>
          <p:nvPr>
            <p:custDataLst>
              <p:tags r:id="rId77"/>
            </p:custDataLst>
          </p:nvPr>
        </p:nvSpPr>
        <p:spPr>
          <a:xfrm>
            <a:off x="9851075" y="5442224"/>
            <a:ext cx="942340" cy="802838"/>
          </a:xfrm>
          <a:custGeom>
            <a:avLst/>
            <a:gdLst>
              <a:gd name="sw" fmla="*/ 1 w 1682"/>
              <a:gd name="sh" fmla="*/ 1 h 1432"/>
              <a:gd name="mins" fmla="min sw sh"/>
              <a:gd name="dsw" fmla="+- 0 sw mins"/>
              <a:gd name="dsh" fmla="+- 0 sh mins"/>
              <a:gd name="p0x0" fmla="*/ 120 w 1682"/>
              <a:gd name="p0y0" fmla="*/ 0 h 1432"/>
              <a:gd name="p0x1" fmla="*/ 1562 w 1682"/>
              <a:gd name="p0y1" fmla="*/ 0 h 1432"/>
              <a:gd name="p0x2" fmla="*/ 1628 w 1682"/>
              <a:gd name="p0y2" fmla="*/ 0 h 1432"/>
              <a:gd name="p0x3" fmla="*/ 1682 w 1682"/>
              <a:gd name="p0y3" fmla="*/ 53 h 1432"/>
              <a:gd name="p0x4" fmla="*/ 1682 w 1682"/>
              <a:gd name="p0y4" fmla="*/ 120 h 1432"/>
              <a:gd name="p0x5" fmla="*/ 1682 w 1682"/>
              <a:gd name="p0y5" fmla="*/ 1312 h 1432"/>
              <a:gd name="p0x6" fmla="*/ 1682 w 1682"/>
              <a:gd name="p0y6" fmla="*/ 1378 h 1432"/>
              <a:gd name="p0x7" fmla="*/ 1628 w 1682"/>
              <a:gd name="p0y7" fmla="*/ 1432 h 1432"/>
              <a:gd name="p0x8" fmla="*/ 1562 w 1682"/>
              <a:gd name="p0y8" fmla="*/ 1432 h 1432"/>
              <a:gd name="p0x9" fmla="*/ 120 w 1682"/>
              <a:gd name="p0y9" fmla="*/ 1432 h 1432"/>
              <a:gd name="p0x10" fmla="*/ 53 w 1682"/>
              <a:gd name="p0y10" fmla="*/ 1432 h 1432"/>
              <a:gd name="p0x11" fmla="*/ 0 w 1682"/>
              <a:gd name="p0y11" fmla="*/ 1378 h 1432"/>
              <a:gd name="p0x12" fmla="*/ 0 w 1682"/>
              <a:gd name="p0y12" fmla="*/ 1312 h 1432"/>
              <a:gd name="p0x13" fmla="*/ 0 w 1682"/>
              <a:gd name="p0y13" fmla="*/ 120 h 1432"/>
              <a:gd name="p0x14" fmla="*/ 0 w 1682"/>
              <a:gd name="p0y14" fmla="*/ 53 h 1432"/>
              <a:gd name="p0x15" fmla="*/ 53 w 1682"/>
              <a:gd name="p0y15" fmla="*/ 0 h 1432"/>
              <a:gd name="p0x16" fmla="*/ 120 w 1682"/>
              <a:gd name="p0y16" fmla="*/ 0 h 14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7" name="文本框 136"/>
          <p:cNvSpPr txBox="1"/>
          <p:nvPr>
            <p:custDataLst>
              <p:tags r:id="rId78"/>
            </p:custDataLst>
          </p:nvPr>
        </p:nvSpPr>
        <p:spPr>
          <a:xfrm>
            <a:off x="10180494" y="5543489"/>
            <a:ext cx="519586" cy="2846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/>
            <a:r>
              <a:rPr sz="2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L4</a:t>
            </a:r>
            <a:endParaRPr sz="2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8" name="文本框 137"/>
          <p:cNvSpPr txBox="1"/>
          <p:nvPr>
            <p:custDataLst>
              <p:tags r:id="rId79"/>
            </p:custDataLst>
          </p:nvPr>
        </p:nvSpPr>
        <p:spPr>
          <a:xfrm>
            <a:off x="9902447" y="5921658"/>
            <a:ext cx="840375" cy="2033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ctr"/>
            <a:r>
              <a:rPr sz="16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完整方案</a:t>
            </a:r>
            <a:endParaRPr sz="16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</p:spTree>
    <p:custDataLst>
      <p:tags r:id="rId8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9" name="图片 18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深度 AI 诊断 — 8 步诊断管线</a:t>
            </a:r>
            <a:endParaRPr lang="zh-CN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sp>
        <p:nvSpPr>
          <p:cNvPr id="137" name="文本框 136"/>
          <p:cNvSpPr txBox="1"/>
          <p:nvPr>
            <p:custDataLst>
              <p:tags r:id="rId5"/>
            </p:custDataLst>
          </p:nvPr>
        </p:nvSpPr>
        <p:spPr>
          <a:xfrm>
            <a:off x="1752176" y="2138646"/>
            <a:ext cx="379015" cy="22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p>
            <a:pPr algn="l"/>
            <a:r>
              <a:rPr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8" name="文本框 137"/>
          <p:cNvSpPr txBox="1"/>
          <p:nvPr>
            <p:custDataLst>
              <p:tags r:id="rId6"/>
            </p:custDataLst>
          </p:nvPr>
        </p:nvSpPr>
        <p:spPr>
          <a:xfrm>
            <a:off x="3168743" y="2138646"/>
            <a:ext cx="379015" cy="22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p>
            <a:pPr algn="l"/>
            <a:r>
              <a:rPr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9" name="文本框 138"/>
          <p:cNvSpPr txBox="1"/>
          <p:nvPr>
            <p:custDataLst>
              <p:tags r:id="rId7"/>
            </p:custDataLst>
          </p:nvPr>
        </p:nvSpPr>
        <p:spPr>
          <a:xfrm>
            <a:off x="4585311" y="2138646"/>
            <a:ext cx="379015" cy="22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p>
            <a:pPr algn="l"/>
            <a:r>
              <a:rPr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0" name="文本框 139"/>
          <p:cNvSpPr txBox="1"/>
          <p:nvPr>
            <p:custDataLst>
              <p:tags r:id="rId8"/>
            </p:custDataLst>
          </p:nvPr>
        </p:nvSpPr>
        <p:spPr>
          <a:xfrm>
            <a:off x="6001878" y="2138646"/>
            <a:ext cx="379015" cy="22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p>
            <a:pPr algn="l"/>
            <a:r>
              <a:rPr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1" name="文本框 140"/>
          <p:cNvSpPr txBox="1"/>
          <p:nvPr>
            <p:custDataLst>
              <p:tags r:id="rId9"/>
            </p:custDataLst>
          </p:nvPr>
        </p:nvSpPr>
        <p:spPr>
          <a:xfrm>
            <a:off x="7418446" y="2138646"/>
            <a:ext cx="379015" cy="22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p>
            <a:pPr algn="l"/>
            <a:r>
              <a:rPr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2" name="文本框 141"/>
          <p:cNvSpPr txBox="1"/>
          <p:nvPr>
            <p:custDataLst>
              <p:tags r:id="rId10"/>
            </p:custDataLst>
          </p:nvPr>
        </p:nvSpPr>
        <p:spPr>
          <a:xfrm>
            <a:off x="8835013" y="2138646"/>
            <a:ext cx="379015" cy="22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p>
            <a:pPr algn="l"/>
            <a:r>
              <a:rPr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3" name="文本框 142"/>
          <p:cNvSpPr txBox="1"/>
          <p:nvPr>
            <p:custDataLst>
              <p:tags r:id="rId11"/>
            </p:custDataLst>
          </p:nvPr>
        </p:nvSpPr>
        <p:spPr>
          <a:xfrm>
            <a:off x="10251581" y="2138646"/>
            <a:ext cx="379015" cy="22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p>
            <a:pPr algn="l"/>
            <a:r>
              <a:rPr sz="15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→</a:t>
            </a:r>
            <a:endParaRPr sz="15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8" name="任意多边形 97"/>
          <p:cNvSpPr/>
          <p:nvPr>
            <p:custDataLst>
              <p:tags r:id="rId12"/>
            </p:custDataLst>
          </p:nvPr>
        </p:nvSpPr>
        <p:spPr>
          <a:xfrm>
            <a:off x="605341" y="1219200"/>
            <a:ext cx="1066295" cy="2067525"/>
          </a:xfrm>
          <a:custGeom>
            <a:avLst/>
            <a:gdLst>
              <a:gd name="sw" fmla="*/ 1 w 1687"/>
              <a:gd name="sh" fmla="*/ 1 h 3273"/>
              <a:gd name="mins" fmla="min sw sh"/>
              <a:gd name="dsw" fmla="+- 0 sw mins"/>
              <a:gd name="dsh" fmla="+- 0 sh mins"/>
              <a:gd name="p0x0" fmla="*/ 120 w 1687"/>
              <a:gd name="p0y0" fmla="*/ 0 h 3273"/>
              <a:gd name="p0x1" fmla="*/ 1567 w 1687"/>
              <a:gd name="p0y1" fmla="*/ 0 h 3273"/>
              <a:gd name="p0x2" fmla="*/ 1633 w 1687"/>
              <a:gd name="p0y2" fmla="*/ 0 h 3273"/>
              <a:gd name="p0x3" fmla="*/ 1687 w 1687"/>
              <a:gd name="p0y3" fmla="*/ 53 h 3273"/>
              <a:gd name="p0x4" fmla="*/ 1687 w 1687"/>
              <a:gd name="p0y4" fmla="*/ 120 h 3273"/>
              <a:gd name="p0x5" fmla="*/ 1687 w 1687"/>
              <a:gd name="p0y5" fmla="*/ 3153 h 3273"/>
              <a:gd name="p0x6" fmla="*/ 1687 w 1687"/>
              <a:gd name="p0y6" fmla="*/ 3219 h 3273"/>
              <a:gd name="p0x7" fmla="*/ 1633 w 1687"/>
              <a:gd name="p0y7" fmla="*/ 3273 h 3273"/>
              <a:gd name="p0x8" fmla="*/ 1567 w 1687"/>
              <a:gd name="p0y8" fmla="*/ 3273 h 3273"/>
              <a:gd name="p0x9" fmla="*/ 120 w 1687"/>
              <a:gd name="p0y9" fmla="*/ 3273 h 3273"/>
              <a:gd name="p0x10" fmla="*/ 53 w 1687"/>
              <a:gd name="p0y10" fmla="*/ 3273 h 3273"/>
              <a:gd name="p0x11" fmla="*/ 0 w 1687"/>
              <a:gd name="p0y11" fmla="*/ 3219 h 3273"/>
              <a:gd name="p0x12" fmla="*/ 0 w 1687"/>
              <a:gd name="p0y12" fmla="*/ 3153 h 3273"/>
              <a:gd name="p0x13" fmla="*/ 0 w 1687"/>
              <a:gd name="p0y13" fmla="*/ 120 h 3273"/>
              <a:gd name="p0x14" fmla="*/ 0 w 1687"/>
              <a:gd name="p0y14" fmla="*/ 53 h 3273"/>
              <a:gd name="p0x15" fmla="*/ 53 w 1687"/>
              <a:gd name="p0y15" fmla="*/ 0 h 3273"/>
              <a:gd name="p0x16" fmla="*/ 120 w 1687"/>
              <a:gd name="p0y16" fmla="*/ 0 h 32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4" name="文本框 143"/>
          <p:cNvSpPr txBox="1"/>
          <p:nvPr>
            <p:custDataLst>
              <p:tags r:id="rId13"/>
            </p:custDataLst>
          </p:nvPr>
        </p:nvSpPr>
        <p:spPr>
          <a:xfrm>
            <a:off x="797457" y="1898445"/>
            <a:ext cx="682302" cy="4282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边界用例生成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5" name="文本框 144"/>
          <p:cNvSpPr txBox="1"/>
          <p:nvPr>
            <p:custDataLst>
              <p:tags r:id="rId14"/>
            </p:custDataLst>
          </p:nvPr>
        </p:nvSpPr>
        <p:spPr>
          <a:xfrm>
            <a:off x="751340" y="2414379"/>
            <a:ext cx="774612" cy="5508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/>
            <a:r>
              <a:rPr lang="en-US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LLM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自动生成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corner case</a:t>
            </a:r>
            <a:endParaRPr lang="en-US" altLang="zh-CN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15"/>
            </p:custDataLst>
          </p:nvPr>
        </p:nvSpPr>
        <p:spPr>
          <a:xfrm>
            <a:off x="2022224" y="1219200"/>
            <a:ext cx="1065663" cy="2067525"/>
          </a:xfrm>
          <a:custGeom>
            <a:avLst/>
            <a:gdLst>
              <a:gd name="sw" fmla="*/ 1 w 1687"/>
              <a:gd name="sh" fmla="*/ 1 h 3273"/>
              <a:gd name="mins" fmla="min sw sh"/>
              <a:gd name="dsw" fmla="+- 0 sw mins"/>
              <a:gd name="dsh" fmla="+- 0 sh mins"/>
              <a:gd name="p0x0" fmla="*/ 120 w 1687"/>
              <a:gd name="p0y0" fmla="*/ 0 h 3273"/>
              <a:gd name="p0x1" fmla="*/ 1567 w 1687"/>
              <a:gd name="p0y1" fmla="*/ 0 h 3273"/>
              <a:gd name="p0x2" fmla="*/ 1633 w 1687"/>
              <a:gd name="p0y2" fmla="*/ 0 h 3273"/>
              <a:gd name="p0x3" fmla="*/ 1687 w 1687"/>
              <a:gd name="p0y3" fmla="*/ 53 h 3273"/>
              <a:gd name="p0x4" fmla="*/ 1687 w 1687"/>
              <a:gd name="p0y4" fmla="*/ 120 h 3273"/>
              <a:gd name="p0x5" fmla="*/ 1687 w 1687"/>
              <a:gd name="p0y5" fmla="*/ 3153 h 3273"/>
              <a:gd name="p0x6" fmla="*/ 1687 w 1687"/>
              <a:gd name="p0y6" fmla="*/ 3219 h 3273"/>
              <a:gd name="p0x7" fmla="*/ 1633 w 1687"/>
              <a:gd name="p0y7" fmla="*/ 3273 h 3273"/>
              <a:gd name="p0x8" fmla="*/ 1567 w 1687"/>
              <a:gd name="p0y8" fmla="*/ 3273 h 3273"/>
              <a:gd name="p0x9" fmla="*/ 120 w 1687"/>
              <a:gd name="p0y9" fmla="*/ 3273 h 3273"/>
              <a:gd name="p0x10" fmla="*/ 53 w 1687"/>
              <a:gd name="p0y10" fmla="*/ 3273 h 3273"/>
              <a:gd name="p0x11" fmla="*/ 0 w 1687"/>
              <a:gd name="p0y11" fmla="*/ 3219 h 3273"/>
              <a:gd name="p0x12" fmla="*/ 0 w 1687"/>
              <a:gd name="p0y12" fmla="*/ 3153 h 3273"/>
              <a:gd name="p0x13" fmla="*/ 0 w 1687"/>
              <a:gd name="p0y13" fmla="*/ 120 h 3273"/>
              <a:gd name="p0x14" fmla="*/ 0 w 1687"/>
              <a:gd name="p0y14" fmla="*/ 53 h 3273"/>
              <a:gd name="p0x15" fmla="*/ 53 w 1687"/>
              <a:gd name="p0y15" fmla="*/ 0 h 3273"/>
              <a:gd name="p0x16" fmla="*/ 120 w 1687"/>
              <a:gd name="p0y16" fmla="*/ 0 h 32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0" name="任意多边形 99"/>
          <p:cNvSpPr/>
          <p:nvPr>
            <p:custDataLst>
              <p:tags r:id="rId16"/>
            </p:custDataLst>
          </p:nvPr>
        </p:nvSpPr>
        <p:spPr>
          <a:xfrm>
            <a:off x="2384183" y="1701180"/>
            <a:ext cx="341113" cy="341113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6" name="文本框 145"/>
          <p:cNvSpPr txBox="1"/>
          <p:nvPr>
            <p:custDataLst>
              <p:tags r:id="rId17"/>
            </p:custDataLst>
          </p:nvPr>
        </p:nvSpPr>
        <p:spPr>
          <a:xfrm>
            <a:off x="2490146" y="1750629"/>
            <a:ext cx="338592" cy="2090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2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7" name="文本框 146"/>
          <p:cNvSpPr txBox="1"/>
          <p:nvPr>
            <p:custDataLst>
              <p:tags r:id="rId18"/>
            </p:custDataLst>
          </p:nvPr>
        </p:nvSpPr>
        <p:spPr>
          <a:xfrm>
            <a:off x="2128746" y="2104535"/>
            <a:ext cx="852859" cy="2141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用例执行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8" name="文本框 147"/>
          <p:cNvSpPr txBox="1"/>
          <p:nvPr>
            <p:custDataLst>
              <p:tags r:id="rId19"/>
            </p:custDataLst>
          </p:nvPr>
        </p:nvSpPr>
        <p:spPr>
          <a:xfrm>
            <a:off x="2138221" y="2407272"/>
            <a:ext cx="833908" cy="367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对新用例运行用户代码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1" name="任意多边形 100"/>
          <p:cNvSpPr/>
          <p:nvPr>
            <p:custDataLst>
              <p:tags r:id="rId20"/>
            </p:custDataLst>
          </p:nvPr>
        </p:nvSpPr>
        <p:spPr>
          <a:xfrm>
            <a:off x="3438475" y="1219200"/>
            <a:ext cx="1066295" cy="2067525"/>
          </a:xfrm>
          <a:custGeom>
            <a:avLst/>
            <a:gdLst>
              <a:gd name="sw" fmla="*/ 1 w 1687"/>
              <a:gd name="sh" fmla="*/ 1 h 3273"/>
              <a:gd name="mins" fmla="min sw sh"/>
              <a:gd name="dsw" fmla="+- 0 sw mins"/>
              <a:gd name="dsh" fmla="+- 0 sh mins"/>
              <a:gd name="p0x0" fmla="*/ 120 w 1687"/>
              <a:gd name="p0y0" fmla="*/ 0 h 3273"/>
              <a:gd name="p0x1" fmla="*/ 1567 w 1687"/>
              <a:gd name="p0y1" fmla="*/ 0 h 3273"/>
              <a:gd name="p0x2" fmla="*/ 1633 w 1687"/>
              <a:gd name="p0y2" fmla="*/ 0 h 3273"/>
              <a:gd name="p0x3" fmla="*/ 1687 w 1687"/>
              <a:gd name="p0y3" fmla="*/ 53 h 3273"/>
              <a:gd name="p0x4" fmla="*/ 1687 w 1687"/>
              <a:gd name="p0y4" fmla="*/ 120 h 3273"/>
              <a:gd name="p0x5" fmla="*/ 1687 w 1687"/>
              <a:gd name="p0y5" fmla="*/ 3153 h 3273"/>
              <a:gd name="p0x6" fmla="*/ 1687 w 1687"/>
              <a:gd name="p0y6" fmla="*/ 3219 h 3273"/>
              <a:gd name="p0x7" fmla="*/ 1633 w 1687"/>
              <a:gd name="p0y7" fmla="*/ 3273 h 3273"/>
              <a:gd name="p0x8" fmla="*/ 1567 w 1687"/>
              <a:gd name="p0y8" fmla="*/ 3273 h 3273"/>
              <a:gd name="p0x9" fmla="*/ 120 w 1687"/>
              <a:gd name="p0y9" fmla="*/ 3273 h 3273"/>
              <a:gd name="p0x10" fmla="*/ 53 w 1687"/>
              <a:gd name="p0y10" fmla="*/ 3273 h 3273"/>
              <a:gd name="p0x11" fmla="*/ 0 w 1687"/>
              <a:gd name="p0y11" fmla="*/ 3219 h 3273"/>
              <a:gd name="p0x12" fmla="*/ 0 w 1687"/>
              <a:gd name="p0y12" fmla="*/ 3153 h 3273"/>
              <a:gd name="p0x13" fmla="*/ 0 w 1687"/>
              <a:gd name="p0y13" fmla="*/ 120 h 3273"/>
              <a:gd name="p0x14" fmla="*/ 0 w 1687"/>
              <a:gd name="p0y14" fmla="*/ 53 h 3273"/>
              <a:gd name="p0x15" fmla="*/ 53 w 1687"/>
              <a:gd name="p0y15" fmla="*/ 0 h 3273"/>
              <a:gd name="p0x16" fmla="*/ 120 w 1687"/>
              <a:gd name="p0y16" fmla="*/ 0 h 32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2" name="任意多边形 101"/>
          <p:cNvSpPr/>
          <p:nvPr>
            <p:custDataLst>
              <p:tags r:id="rId21"/>
            </p:custDataLst>
          </p:nvPr>
        </p:nvSpPr>
        <p:spPr>
          <a:xfrm>
            <a:off x="3801066" y="1701180"/>
            <a:ext cx="341113" cy="341113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9" name="文本框 148"/>
          <p:cNvSpPr txBox="1"/>
          <p:nvPr>
            <p:custDataLst>
              <p:tags r:id="rId22"/>
            </p:custDataLst>
          </p:nvPr>
        </p:nvSpPr>
        <p:spPr>
          <a:xfrm>
            <a:off x="3906714" y="1750629"/>
            <a:ext cx="338592" cy="2090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3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0" name="文本框 149"/>
          <p:cNvSpPr txBox="1"/>
          <p:nvPr>
            <p:custDataLst>
              <p:tags r:id="rId23"/>
            </p:custDataLst>
          </p:nvPr>
        </p:nvSpPr>
        <p:spPr>
          <a:xfrm>
            <a:off x="3545313" y="2104535"/>
            <a:ext cx="852859" cy="2141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追踪记录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1" name="文本框 150"/>
          <p:cNvSpPr txBox="1"/>
          <p:nvPr>
            <p:custDataLst>
              <p:tags r:id="rId24"/>
            </p:custDataLst>
          </p:nvPr>
        </p:nvSpPr>
        <p:spPr>
          <a:xfrm>
            <a:off x="3592690" y="2407272"/>
            <a:ext cx="758105" cy="367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/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获取完整执行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trace</a:t>
            </a:r>
            <a:endParaRPr lang="en-US" altLang="zh-CN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3" name="任意多边形 102"/>
          <p:cNvSpPr/>
          <p:nvPr>
            <p:custDataLst>
              <p:tags r:id="rId25"/>
            </p:custDataLst>
          </p:nvPr>
        </p:nvSpPr>
        <p:spPr>
          <a:xfrm>
            <a:off x="4855359" y="1219200"/>
            <a:ext cx="1065663" cy="2067525"/>
          </a:xfrm>
          <a:custGeom>
            <a:avLst/>
            <a:gdLst>
              <a:gd name="sw" fmla="*/ 1 w 1687"/>
              <a:gd name="sh" fmla="*/ 1 h 3273"/>
              <a:gd name="mins" fmla="min sw sh"/>
              <a:gd name="dsw" fmla="+- 0 sw mins"/>
              <a:gd name="dsh" fmla="+- 0 sh mins"/>
              <a:gd name="p0x0" fmla="*/ 120 w 1687"/>
              <a:gd name="p0y0" fmla="*/ 0 h 3273"/>
              <a:gd name="p0x1" fmla="*/ 1567 w 1687"/>
              <a:gd name="p0y1" fmla="*/ 0 h 3273"/>
              <a:gd name="p0x2" fmla="*/ 1633 w 1687"/>
              <a:gd name="p0y2" fmla="*/ 0 h 3273"/>
              <a:gd name="p0x3" fmla="*/ 1687 w 1687"/>
              <a:gd name="p0y3" fmla="*/ 53 h 3273"/>
              <a:gd name="p0x4" fmla="*/ 1687 w 1687"/>
              <a:gd name="p0y4" fmla="*/ 120 h 3273"/>
              <a:gd name="p0x5" fmla="*/ 1687 w 1687"/>
              <a:gd name="p0y5" fmla="*/ 3153 h 3273"/>
              <a:gd name="p0x6" fmla="*/ 1687 w 1687"/>
              <a:gd name="p0y6" fmla="*/ 3219 h 3273"/>
              <a:gd name="p0x7" fmla="*/ 1633 w 1687"/>
              <a:gd name="p0y7" fmla="*/ 3273 h 3273"/>
              <a:gd name="p0x8" fmla="*/ 1567 w 1687"/>
              <a:gd name="p0y8" fmla="*/ 3273 h 3273"/>
              <a:gd name="p0x9" fmla="*/ 120 w 1687"/>
              <a:gd name="p0y9" fmla="*/ 3273 h 3273"/>
              <a:gd name="p0x10" fmla="*/ 53 w 1687"/>
              <a:gd name="p0y10" fmla="*/ 3273 h 3273"/>
              <a:gd name="p0x11" fmla="*/ 0 w 1687"/>
              <a:gd name="p0y11" fmla="*/ 3219 h 3273"/>
              <a:gd name="p0x12" fmla="*/ 0 w 1687"/>
              <a:gd name="p0y12" fmla="*/ 3153 h 3273"/>
              <a:gd name="p0x13" fmla="*/ 0 w 1687"/>
              <a:gd name="p0y13" fmla="*/ 120 h 3273"/>
              <a:gd name="p0x14" fmla="*/ 0 w 1687"/>
              <a:gd name="p0y14" fmla="*/ 53 h 3273"/>
              <a:gd name="p0x15" fmla="*/ 53 w 1687"/>
              <a:gd name="p0y15" fmla="*/ 0 h 3273"/>
              <a:gd name="p0x16" fmla="*/ 120 w 1687"/>
              <a:gd name="p0y16" fmla="*/ 0 h 32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4" name="任意多边形 103"/>
          <p:cNvSpPr/>
          <p:nvPr>
            <p:custDataLst>
              <p:tags r:id="rId26"/>
            </p:custDataLst>
          </p:nvPr>
        </p:nvSpPr>
        <p:spPr>
          <a:xfrm>
            <a:off x="5217318" y="1701180"/>
            <a:ext cx="341113" cy="341113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2" name="文本框 151"/>
          <p:cNvSpPr txBox="1"/>
          <p:nvPr>
            <p:custDataLst>
              <p:tags r:id="rId27"/>
            </p:custDataLst>
          </p:nvPr>
        </p:nvSpPr>
        <p:spPr>
          <a:xfrm>
            <a:off x="5323281" y="1750629"/>
            <a:ext cx="338592" cy="2090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4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3" name="文本框 152"/>
          <p:cNvSpPr txBox="1"/>
          <p:nvPr>
            <p:custDataLst>
              <p:tags r:id="rId28"/>
            </p:custDataLst>
          </p:nvPr>
        </p:nvSpPr>
        <p:spPr>
          <a:xfrm>
            <a:off x="4961881" y="2104535"/>
            <a:ext cx="852859" cy="2141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叙述生成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4" name="文本框 153"/>
          <p:cNvSpPr txBox="1"/>
          <p:nvPr>
            <p:custDataLst>
              <p:tags r:id="rId29"/>
            </p:custDataLst>
          </p:nvPr>
        </p:nvSpPr>
        <p:spPr>
          <a:xfrm>
            <a:off x="5009257" y="2407272"/>
            <a:ext cx="758105" cy="367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自然语言描述每步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5" name="任意多边形 104"/>
          <p:cNvSpPr/>
          <p:nvPr>
            <p:custDataLst>
              <p:tags r:id="rId30"/>
            </p:custDataLst>
          </p:nvPr>
        </p:nvSpPr>
        <p:spPr>
          <a:xfrm>
            <a:off x="6271610" y="1219200"/>
            <a:ext cx="1066295" cy="2067525"/>
          </a:xfrm>
          <a:custGeom>
            <a:avLst/>
            <a:gdLst>
              <a:gd name="sw" fmla="*/ 1 w 1687"/>
              <a:gd name="sh" fmla="*/ 1 h 3273"/>
              <a:gd name="mins" fmla="min sw sh"/>
              <a:gd name="dsw" fmla="+- 0 sw mins"/>
              <a:gd name="dsh" fmla="+- 0 sh mins"/>
              <a:gd name="p0x0" fmla="*/ 120 w 1687"/>
              <a:gd name="p0y0" fmla="*/ 0 h 3273"/>
              <a:gd name="p0x1" fmla="*/ 1567 w 1687"/>
              <a:gd name="p0y1" fmla="*/ 0 h 3273"/>
              <a:gd name="p0x2" fmla="*/ 1633 w 1687"/>
              <a:gd name="p0y2" fmla="*/ 0 h 3273"/>
              <a:gd name="p0x3" fmla="*/ 1687 w 1687"/>
              <a:gd name="p0y3" fmla="*/ 53 h 3273"/>
              <a:gd name="p0x4" fmla="*/ 1687 w 1687"/>
              <a:gd name="p0y4" fmla="*/ 120 h 3273"/>
              <a:gd name="p0x5" fmla="*/ 1687 w 1687"/>
              <a:gd name="p0y5" fmla="*/ 3153 h 3273"/>
              <a:gd name="p0x6" fmla="*/ 1687 w 1687"/>
              <a:gd name="p0y6" fmla="*/ 3219 h 3273"/>
              <a:gd name="p0x7" fmla="*/ 1633 w 1687"/>
              <a:gd name="p0y7" fmla="*/ 3273 h 3273"/>
              <a:gd name="p0x8" fmla="*/ 1567 w 1687"/>
              <a:gd name="p0y8" fmla="*/ 3273 h 3273"/>
              <a:gd name="p0x9" fmla="*/ 120 w 1687"/>
              <a:gd name="p0y9" fmla="*/ 3273 h 3273"/>
              <a:gd name="p0x10" fmla="*/ 53 w 1687"/>
              <a:gd name="p0y10" fmla="*/ 3273 h 3273"/>
              <a:gd name="p0x11" fmla="*/ 0 w 1687"/>
              <a:gd name="p0y11" fmla="*/ 3219 h 3273"/>
              <a:gd name="p0x12" fmla="*/ 0 w 1687"/>
              <a:gd name="p0y12" fmla="*/ 3153 h 3273"/>
              <a:gd name="p0x13" fmla="*/ 0 w 1687"/>
              <a:gd name="p0y13" fmla="*/ 120 h 3273"/>
              <a:gd name="p0x14" fmla="*/ 0 w 1687"/>
              <a:gd name="p0y14" fmla="*/ 53 h 3273"/>
              <a:gd name="p0x15" fmla="*/ 53 w 1687"/>
              <a:gd name="p0y15" fmla="*/ 0 h 3273"/>
              <a:gd name="p0x16" fmla="*/ 120 w 1687"/>
              <a:gd name="p0y16" fmla="*/ 0 h 32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5" name="文本框 154"/>
          <p:cNvSpPr txBox="1"/>
          <p:nvPr>
            <p:custDataLst>
              <p:tags r:id="rId31"/>
            </p:custDataLst>
          </p:nvPr>
        </p:nvSpPr>
        <p:spPr>
          <a:xfrm>
            <a:off x="6463726" y="1997936"/>
            <a:ext cx="682302" cy="4282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复杂度分析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6" name="文本框 155"/>
          <p:cNvSpPr txBox="1"/>
          <p:nvPr>
            <p:custDataLst>
              <p:tags r:id="rId32"/>
            </p:custDataLst>
          </p:nvPr>
        </p:nvSpPr>
        <p:spPr>
          <a:xfrm>
            <a:off x="6396508" y="2513870"/>
            <a:ext cx="816729" cy="367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/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时间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/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空间报告</a:t>
            </a:r>
            <a:endParaRPr lang="zh-CN" altLang="en-US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6" name="任意多边形 105"/>
          <p:cNvSpPr/>
          <p:nvPr>
            <p:custDataLst>
              <p:tags r:id="rId33"/>
            </p:custDataLst>
          </p:nvPr>
        </p:nvSpPr>
        <p:spPr>
          <a:xfrm>
            <a:off x="7688493" y="1219200"/>
            <a:ext cx="1065663" cy="2067525"/>
          </a:xfrm>
          <a:custGeom>
            <a:avLst/>
            <a:gdLst>
              <a:gd name="sw" fmla="*/ 1 w 1687"/>
              <a:gd name="sh" fmla="*/ 1 h 3273"/>
              <a:gd name="mins" fmla="min sw sh"/>
              <a:gd name="dsw" fmla="+- 0 sw mins"/>
              <a:gd name="dsh" fmla="+- 0 sh mins"/>
              <a:gd name="p0x0" fmla="*/ 120 w 1687"/>
              <a:gd name="p0y0" fmla="*/ 0 h 3273"/>
              <a:gd name="p0x1" fmla="*/ 1567 w 1687"/>
              <a:gd name="p0y1" fmla="*/ 0 h 3273"/>
              <a:gd name="p0x2" fmla="*/ 1633 w 1687"/>
              <a:gd name="p0y2" fmla="*/ 0 h 3273"/>
              <a:gd name="p0x3" fmla="*/ 1687 w 1687"/>
              <a:gd name="p0y3" fmla="*/ 53 h 3273"/>
              <a:gd name="p0x4" fmla="*/ 1687 w 1687"/>
              <a:gd name="p0y4" fmla="*/ 120 h 3273"/>
              <a:gd name="p0x5" fmla="*/ 1687 w 1687"/>
              <a:gd name="p0y5" fmla="*/ 3153 h 3273"/>
              <a:gd name="p0x6" fmla="*/ 1687 w 1687"/>
              <a:gd name="p0y6" fmla="*/ 3219 h 3273"/>
              <a:gd name="p0x7" fmla="*/ 1633 w 1687"/>
              <a:gd name="p0y7" fmla="*/ 3273 h 3273"/>
              <a:gd name="p0x8" fmla="*/ 1567 w 1687"/>
              <a:gd name="p0y8" fmla="*/ 3273 h 3273"/>
              <a:gd name="p0x9" fmla="*/ 120 w 1687"/>
              <a:gd name="p0y9" fmla="*/ 3273 h 3273"/>
              <a:gd name="p0x10" fmla="*/ 53 w 1687"/>
              <a:gd name="p0y10" fmla="*/ 3273 h 3273"/>
              <a:gd name="p0x11" fmla="*/ 0 w 1687"/>
              <a:gd name="p0y11" fmla="*/ 3219 h 3273"/>
              <a:gd name="p0x12" fmla="*/ 0 w 1687"/>
              <a:gd name="p0y12" fmla="*/ 3153 h 3273"/>
              <a:gd name="p0x13" fmla="*/ 0 w 1687"/>
              <a:gd name="p0y13" fmla="*/ 120 h 3273"/>
              <a:gd name="p0x14" fmla="*/ 0 w 1687"/>
              <a:gd name="p0y14" fmla="*/ 53 h 3273"/>
              <a:gd name="p0x15" fmla="*/ 53 w 1687"/>
              <a:gd name="p0y15" fmla="*/ 0 h 3273"/>
              <a:gd name="p0x16" fmla="*/ 120 w 1687"/>
              <a:gd name="p0y16" fmla="*/ 0 h 32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7" name="任意多边形 106"/>
          <p:cNvSpPr/>
          <p:nvPr>
            <p:custDataLst>
              <p:tags r:id="rId34"/>
            </p:custDataLst>
          </p:nvPr>
        </p:nvSpPr>
        <p:spPr>
          <a:xfrm>
            <a:off x="8050452" y="1701180"/>
            <a:ext cx="341113" cy="341113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7" name="文本框 156"/>
          <p:cNvSpPr txBox="1"/>
          <p:nvPr>
            <p:custDataLst>
              <p:tags r:id="rId35"/>
            </p:custDataLst>
          </p:nvPr>
        </p:nvSpPr>
        <p:spPr>
          <a:xfrm>
            <a:off x="8156415" y="1750629"/>
            <a:ext cx="338593" cy="2090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6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8" name="文本框 157"/>
          <p:cNvSpPr txBox="1"/>
          <p:nvPr>
            <p:custDataLst>
              <p:tags r:id="rId36"/>
            </p:custDataLst>
          </p:nvPr>
        </p:nvSpPr>
        <p:spPr>
          <a:xfrm>
            <a:off x="7795015" y="2104535"/>
            <a:ext cx="852859" cy="2141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错误定位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9" name="文本框 158"/>
          <p:cNvSpPr txBox="1"/>
          <p:nvPr>
            <p:custDataLst>
              <p:tags r:id="rId37"/>
            </p:custDataLst>
          </p:nvPr>
        </p:nvSpPr>
        <p:spPr>
          <a:xfrm>
            <a:off x="7855649" y="2407272"/>
            <a:ext cx="731678" cy="367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/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找到</a:t>
            </a:r>
            <a:r>
              <a:rPr lang="en-US" alt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bug</a:t>
            </a:r>
            <a:r>
              <a:rPr lang="zh-CN" alt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起始步骤</a:t>
            </a:r>
            <a:endParaRPr lang="zh-CN" altLang="en-US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08" name="任意多边形 107"/>
          <p:cNvSpPr/>
          <p:nvPr>
            <p:custDataLst>
              <p:tags r:id="rId38"/>
            </p:custDataLst>
          </p:nvPr>
        </p:nvSpPr>
        <p:spPr>
          <a:xfrm>
            <a:off x="9104745" y="1219200"/>
            <a:ext cx="1066295" cy="2067525"/>
          </a:xfrm>
          <a:custGeom>
            <a:avLst/>
            <a:gdLst>
              <a:gd name="sw" fmla="*/ 1 w 1687"/>
              <a:gd name="sh" fmla="*/ 1 h 3273"/>
              <a:gd name="mins" fmla="min sw sh"/>
              <a:gd name="dsw" fmla="+- 0 sw mins"/>
              <a:gd name="dsh" fmla="+- 0 sh mins"/>
              <a:gd name="p0x0" fmla="*/ 120 w 1687"/>
              <a:gd name="p0y0" fmla="*/ 0 h 3273"/>
              <a:gd name="p0x1" fmla="*/ 1567 w 1687"/>
              <a:gd name="p0y1" fmla="*/ 0 h 3273"/>
              <a:gd name="p0x2" fmla="*/ 1633 w 1687"/>
              <a:gd name="p0y2" fmla="*/ 0 h 3273"/>
              <a:gd name="p0x3" fmla="*/ 1687 w 1687"/>
              <a:gd name="p0y3" fmla="*/ 53 h 3273"/>
              <a:gd name="p0x4" fmla="*/ 1687 w 1687"/>
              <a:gd name="p0y4" fmla="*/ 120 h 3273"/>
              <a:gd name="p0x5" fmla="*/ 1687 w 1687"/>
              <a:gd name="p0y5" fmla="*/ 3153 h 3273"/>
              <a:gd name="p0x6" fmla="*/ 1687 w 1687"/>
              <a:gd name="p0y6" fmla="*/ 3219 h 3273"/>
              <a:gd name="p0x7" fmla="*/ 1633 w 1687"/>
              <a:gd name="p0y7" fmla="*/ 3273 h 3273"/>
              <a:gd name="p0x8" fmla="*/ 1567 w 1687"/>
              <a:gd name="p0y8" fmla="*/ 3273 h 3273"/>
              <a:gd name="p0x9" fmla="*/ 120 w 1687"/>
              <a:gd name="p0y9" fmla="*/ 3273 h 3273"/>
              <a:gd name="p0x10" fmla="*/ 53 w 1687"/>
              <a:gd name="p0y10" fmla="*/ 3273 h 3273"/>
              <a:gd name="p0x11" fmla="*/ 0 w 1687"/>
              <a:gd name="p0y11" fmla="*/ 3219 h 3273"/>
              <a:gd name="p0x12" fmla="*/ 0 w 1687"/>
              <a:gd name="p0y12" fmla="*/ 3153 h 3273"/>
              <a:gd name="p0x13" fmla="*/ 0 w 1687"/>
              <a:gd name="p0y13" fmla="*/ 120 h 3273"/>
              <a:gd name="p0x14" fmla="*/ 0 w 1687"/>
              <a:gd name="p0y14" fmla="*/ 53 h 3273"/>
              <a:gd name="p0x15" fmla="*/ 53 w 1687"/>
              <a:gd name="p0y15" fmla="*/ 0 h 3273"/>
              <a:gd name="p0x16" fmla="*/ 120 w 1687"/>
              <a:gd name="p0y16" fmla="*/ 0 h 32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09" name="任意多边形 108"/>
          <p:cNvSpPr/>
          <p:nvPr>
            <p:custDataLst>
              <p:tags r:id="rId39"/>
            </p:custDataLst>
          </p:nvPr>
        </p:nvSpPr>
        <p:spPr>
          <a:xfrm>
            <a:off x="9467336" y="1701180"/>
            <a:ext cx="341113" cy="341113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0" name="文本框 159"/>
          <p:cNvSpPr txBox="1"/>
          <p:nvPr>
            <p:custDataLst>
              <p:tags r:id="rId40"/>
            </p:custDataLst>
          </p:nvPr>
        </p:nvSpPr>
        <p:spPr>
          <a:xfrm>
            <a:off x="9572982" y="1750629"/>
            <a:ext cx="338593" cy="2090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6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7</a:t>
            </a:r>
            <a:endParaRPr sz="16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1" name="文本框 160"/>
          <p:cNvSpPr txBox="1"/>
          <p:nvPr>
            <p:custDataLst>
              <p:tags r:id="rId41"/>
            </p:custDataLst>
          </p:nvPr>
        </p:nvSpPr>
        <p:spPr>
          <a:xfrm>
            <a:off x="9211583" y="2104535"/>
            <a:ext cx="852859" cy="2141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修复建议</a:t>
            </a:r>
            <a:endParaRPr sz="13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2" name="文本框 161"/>
          <p:cNvSpPr txBox="1"/>
          <p:nvPr>
            <p:custDataLst>
              <p:tags r:id="rId42"/>
            </p:custDataLst>
          </p:nvPr>
        </p:nvSpPr>
        <p:spPr>
          <a:xfrm>
            <a:off x="9258960" y="2407272"/>
            <a:ext cx="758105" cy="367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结构化修复方案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0" name="任意多边形 109"/>
          <p:cNvSpPr/>
          <p:nvPr>
            <p:custDataLst>
              <p:tags r:id="rId43"/>
            </p:custDataLst>
          </p:nvPr>
        </p:nvSpPr>
        <p:spPr>
          <a:xfrm>
            <a:off x="10521628" y="1219200"/>
            <a:ext cx="1065663" cy="2067525"/>
          </a:xfrm>
          <a:custGeom>
            <a:avLst/>
            <a:gdLst>
              <a:gd name="sw" fmla="*/ 1 w 1687"/>
              <a:gd name="sh" fmla="*/ 1 h 3273"/>
              <a:gd name="mins" fmla="min sw sh"/>
              <a:gd name="dsw" fmla="+- 0 sw mins"/>
              <a:gd name="dsh" fmla="+- 0 sh mins"/>
              <a:gd name="p0x0" fmla="*/ 120 w 1687"/>
              <a:gd name="p0y0" fmla="*/ 0 h 3273"/>
              <a:gd name="p0x1" fmla="*/ 1567 w 1687"/>
              <a:gd name="p0y1" fmla="*/ 0 h 3273"/>
              <a:gd name="p0x2" fmla="*/ 1633 w 1687"/>
              <a:gd name="p0y2" fmla="*/ 0 h 3273"/>
              <a:gd name="p0x3" fmla="*/ 1687 w 1687"/>
              <a:gd name="p0y3" fmla="*/ 53 h 3273"/>
              <a:gd name="p0x4" fmla="*/ 1687 w 1687"/>
              <a:gd name="p0y4" fmla="*/ 120 h 3273"/>
              <a:gd name="p0x5" fmla="*/ 1687 w 1687"/>
              <a:gd name="p0y5" fmla="*/ 3153 h 3273"/>
              <a:gd name="p0x6" fmla="*/ 1687 w 1687"/>
              <a:gd name="p0y6" fmla="*/ 3219 h 3273"/>
              <a:gd name="p0x7" fmla="*/ 1633 w 1687"/>
              <a:gd name="p0y7" fmla="*/ 3273 h 3273"/>
              <a:gd name="p0x8" fmla="*/ 1567 w 1687"/>
              <a:gd name="p0y8" fmla="*/ 3273 h 3273"/>
              <a:gd name="p0x9" fmla="*/ 120 w 1687"/>
              <a:gd name="p0y9" fmla="*/ 3273 h 3273"/>
              <a:gd name="p0x10" fmla="*/ 53 w 1687"/>
              <a:gd name="p0y10" fmla="*/ 3273 h 3273"/>
              <a:gd name="p0x11" fmla="*/ 0 w 1687"/>
              <a:gd name="p0y11" fmla="*/ 3219 h 3273"/>
              <a:gd name="p0x12" fmla="*/ 0 w 1687"/>
              <a:gd name="p0y12" fmla="*/ 3153 h 3273"/>
              <a:gd name="p0x13" fmla="*/ 0 w 1687"/>
              <a:gd name="p0y13" fmla="*/ 120 h 3273"/>
              <a:gd name="p0x14" fmla="*/ 0 w 1687"/>
              <a:gd name="p0y14" fmla="*/ 53 h 3273"/>
              <a:gd name="p0x15" fmla="*/ 53 w 1687"/>
              <a:gd name="p0y15" fmla="*/ 0 h 3273"/>
              <a:gd name="p0x16" fmla="*/ 120 w 1687"/>
              <a:gd name="p0y16" fmla="*/ 0 h 32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1" name="任意多边形 110"/>
          <p:cNvSpPr/>
          <p:nvPr>
            <p:custDataLst>
              <p:tags r:id="rId44"/>
            </p:custDataLst>
          </p:nvPr>
        </p:nvSpPr>
        <p:spPr>
          <a:xfrm>
            <a:off x="10883587" y="1701180"/>
            <a:ext cx="341113" cy="341113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3" name="文本框 162"/>
          <p:cNvSpPr txBox="1"/>
          <p:nvPr>
            <p:custDataLst>
              <p:tags r:id="rId45"/>
            </p:custDataLst>
          </p:nvPr>
        </p:nvSpPr>
        <p:spPr>
          <a:xfrm>
            <a:off x="10989550" y="1750629"/>
            <a:ext cx="338593" cy="2090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 algn="l">
              <a:lnSpc>
                <a:spcPct val="83000"/>
              </a:lnSpc>
            </a:pPr>
            <a:r>
              <a:rPr sz="16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8</a:t>
            </a:r>
            <a:endParaRPr sz="1600" b="1">
              <a:solidFill>
                <a:srgbClr val="000000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4" name="文本框 163"/>
          <p:cNvSpPr txBox="1"/>
          <p:nvPr>
            <p:custDataLst>
              <p:tags r:id="rId46"/>
            </p:custDataLst>
          </p:nvPr>
        </p:nvSpPr>
        <p:spPr>
          <a:xfrm>
            <a:off x="10628150" y="2104535"/>
            <a:ext cx="852859" cy="2141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学习记录</a:t>
            </a:r>
            <a:endParaRPr sz="1300" b="1">
              <a:solidFill>
                <a:srgbClr val="000000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5" name="文本框 164"/>
          <p:cNvSpPr txBox="1"/>
          <p:nvPr>
            <p:custDataLst>
              <p:tags r:id="rId47"/>
            </p:custDataLst>
          </p:nvPr>
        </p:nvSpPr>
        <p:spPr>
          <a:xfrm>
            <a:off x="10727680" y="2407272"/>
            <a:ext cx="653800" cy="3670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/>
            <a:r>
              <a:rPr lang="zh-CN" altLang="en-US" sz="12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写入记忆</a:t>
            </a:r>
            <a:r>
              <a:rPr lang="en-US" altLang="zh-CN" sz="12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+</a:t>
            </a:r>
            <a:r>
              <a:rPr lang="zh-CN" altLang="en-US" sz="1200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掌握度</a:t>
            </a:r>
            <a:endParaRPr lang="zh-CN" altLang="en-US" sz="1200">
              <a:solidFill>
                <a:srgbClr val="000000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12" name="任意多边形 111"/>
          <p:cNvSpPr/>
          <p:nvPr>
            <p:custDataLst>
              <p:tags r:id="rId48"/>
            </p:custDataLst>
          </p:nvPr>
        </p:nvSpPr>
        <p:spPr>
          <a:xfrm>
            <a:off x="605341" y="3523609"/>
            <a:ext cx="5372533" cy="3030222"/>
          </a:xfrm>
          <a:custGeom>
            <a:avLst/>
            <a:gdLst>
              <a:gd name="sw" fmla="*/ 1 w 8505"/>
              <a:gd name="sh" fmla="*/ 1 h 4796"/>
              <a:gd name="mins" fmla="min sw sh"/>
              <a:gd name="dsw" fmla="+- 0 sw mins"/>
              <a:gd name="dsh" fmla="+- 0 sh mins"/>
              <a:gd name="p0x0" fmla="*/ 120 w 8505"/>
              <a:gd name="p0y0" fmla="*/ 0 h 4796"/>
              <a:gd name="p0x1" fmla="*/ 8385 w 8505"/>
              <a:gd name="p0y1" fmla="*/ 0 h 4796"/>
              <a:gd name="p0x2" fmla="*/ 8451 w 8505"/>
              <a:gd name="p0y2" fmla="*/ 0 h 4796"/>
              <a:gd name="p0x3" fmla="*/ 8505 w 8505"/>
              <a:gd name="p0y3" fmla="*/ 53 h 4796"/>
              <a:gd name="p0x4" fmla="*/ 8505 w 8505"/>
              <a:gd name="p0y4" fmla="*/ 120 h 4796"/>
              <a:gd name="p0x5" fmla="*/ 8505 w 8505"/>
              <a:gd name="p0y5" fmla="*/ 4676 h 4796"/>
              <a:gd name="p0x6" fmla="*/ 8505 w 8505"/>
              <a:gd name="p0y6" fmla="*/ 4743 h 4796"/>
              <a:gd name="p0x7" fmla="*/ 8451 w 8505"/>
              <a:gd name="p0y7" fmla="*/ 4796 h 4796"/>
              <a:gd name="p0x8" fmla="*/ 8385 w 8505"/>
              <a:gd name="p0y8" fmla="*/ 4796 h 4796"/>
              <a:gd name="p0x9" fmla="*/ 120 w 8505"/>
              <a:gd name="p0y9" fmla="*/ 4796 h 4796"/>
              <a:gd name="p0x10" fmla="*/ 53 w 8505"/>
              <a:gd name="p0y10" fmla="*/ 4796 h 4796"/>
              <a:gd name="p0x11" fmla="*/ 0 w 8505"/>
              <a:gd name="p0y11" fmla="*/ 4743 h 4796"/>
              <a:gd name="p0x12" fmla="*/ 0 w 8505"/>
              <a:gd name="p0y12" fmla="*/ 4676 h 4796"/>
              <a:gd name="p0x13" fmla="*/ 0 w 8505"/>
              <a:gd name="p0y13" fmla="*/ 120 h 4796"/>
              <a:gd name="p0x14" fmla="*/ 0 w 8505"/>
              <a:gd name="p0y14" fmla="*/ 53 h 4796"/>
              <a:gd name="p0x15" fmla="*/ 53 w 8505"/>
              <a:gd name="p0y15" fmla="*/ 0 h 4796"/>
              <a:gd name="p0x16" fmla="*/ 120 w 8505"/>
              <a:gd name="p0y16" fmla="*/ 0 h 479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3" name="任意多边形 112"/>
          <p:cNvSpPr/>
          <p:nvPr>
            <p:custDataLst>
              <p:tags r:id="rId49"/>
            </p:custDataLst>
          </p:nvPr>
        </p:nvSpPr>
        <p:spPr>
          <a:xfrm>
            <a:off x="799901" y="3718170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66" name="图片 165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868124" y="3798395"/>
            <a:ext cx="279839" cy="251413"/>
          </a:xfrm>
          <a:prstGeom prst="rect">
            <a:avLst/>
          </a:prstGeom>
        </p:spPr>
      </p:pic>
      <p:sp>
        <p:nvSpPr>
          <p:cNvPr id="167" name="文本框 166"/>
          <p:cNvSpPr txBox="1"/>
          <p:nvPr>
            <p:custDataLst>
              <p:tags r:id="rId53"/>
            </p:custDataLst>
          </p:nvPr>
        </p:nvSpPr>
        <p:spPr>
          <a:xfrm>
            <a:off x="1330522" y="3744730"/>
            <a:ext cx="2288084" cy="3341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8</a:t>
            </a:r>
            <a:r>
              <a:rPr lang="zh-CN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大错误分类体系</a:t>
            </a:r>
            <a:endParaRPr lang="zh-CN"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14" name="任意多边形 113"/>
          <p:cNvSpPr/>
          <p:nvPr>
            <p:custDataLst>
              <p:tags r:id="rId54"/>
            </p:custDataLst>
          </p:nvPr>
        </p:nvSpPr>
        <p:spPr>
          <a:xfrm>
            <a:off x="799901" y="4248791"/>
            <a:ext cx="2454120" cy="470610"/>
          </a:xfrm>
          <a:custGeom>
            <a:avLst/>
            <a:gdLst>
              <a:gd name="sw" fmla="*/ 1 w 3885"/>
              <a:gd name="sh" fmla="*/ 1 h 745"/>
              <a:gd name="mins" fmla="min sw sh"/>
              <a:gd name="dsw" fmla="+- 0 sw mins"/>
              <a:gd name="dsh" fmla="+- 0 sh mins"/>
              <a:gd name="p0x0" fmla="*/ 120 w 3885"/>
              <a:gd name="p0y0" fmla="*/ 0 h 745"/>
              <a:gd name="p0x1" fmla="*/ 3765 w 3885"/>
              <a:gd name="p0y1" fmla="*/ 0 h 745"/>
              <a:gd name="p0x2" fmla="*/ 3831 w 3885"/>
              <a:gd name="p0y2" fmla="*/ 0 h 745"/>
              <a:gd name="p0x3" fmla="*/ 3885 w 3885"/>
              <a:gd name="p0y3" fmla="*/ 53 h 745"/>
              <a:gd name="p0x4" fmla="*/ 3885 w 3885"/>
              <a:gd name="p0y4" fmla="*/ 120 h 745"/>
              <a:gd name="p0x5" fmla="*/ 3885 w 3885"/>
              <a:gd name="p0y5" fmla="*/ 625 h 745"/>
              <a:gd name="p0x6" fmla="*/ 3885 w 3885"/>
              <a:gd name="p0y6" fmla="*/ 691 h 745"/>
              <a:gd name="p0x7" fmla="*/ 3831 w 3885"/>
              <a:gd name="p0y7" fmla="*/ 745 h 745"/>
              <a:gd name="p0x8" fmla="*/ 3765 w 3885"/>
              <a:gd name="p0y8" fmla="*/ 745 h 745"/>
              <a:gd name="p0x9" fmla="*/ 120 w 3885"/>
              <a:gd name="p0y9" fmla="*/ 745 h 745"/>
              <a:gd name="p0x10" fmla="*/ 53 w 3885"/>
              <a:gd name="p0y10" fmla="*/ 745 h 745"/>
              <a:gd name="p0x11" fmla="*/ 0 w 3885"/>
              <a:gd name="p0y11" fmla="*/ 691 h 745"/>
              <a:gd name="p0x12" fmla="*/ 0 w 3885"/>
              <a:gd name="p0y12" fmla="*/ 625 h 745"/>
              <a:gd name="p0x13" fmla="*/ 0 w 3885"/>
              <a:gd name="p0y13" fmla="*/ 120 h 745"/>
              <a:gd name="p0x14" fmla="*/ 0 w 3885"/>
              <a:gd name="p0y14" fmla="*/ 53 h 745"/>
              <a:gd name="p0x15" fmla="*/ 53 w 3885"/>
              <a:gd name="p0y15" fmla="*/ 0 h 745"/>
              <a:gd name="p0x16" fmla="*/ 120 w 3885"/>
              <a:gd name="p0y16" fmla="*/ 0 h 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5" name="任意多边形 114"/>
          <p:cNvSpPr/>
          <p:nvPr>
            <p:custDataLst>
              <p:tags r:id="rId55"/>
            </p:custDataLst>
          </p:nvPr>
        </p:nvSpPr>
        <p:spPr>
          <a:xfrm>
            <a:off x="913606" y="4445878"/>
            <a:ext cx="75803" cy="75803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8" name="文本框 167"/>
          <p:cNvSpPr txBox="1"/>
          <p:nvPr>
            <p:custDataLst>
              <p:tags r:id="rId56"/>
            </p:custDataLst>
          </p:nvPr>
        </p:nvSpPr>
        <p:spPr>
          <a:xfrm>
            <a:off x="1065212" y="4370521"/>
            <a:ext cx="1883523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pointer_update_error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6" name="任意多边形 115"/>
          <p:cNvSpPr/>
          <p:nvPr>
            <p:custDataLst>
              <p:tags r:id="rId57"/>
            </p:custDataLst>
          </p:nvPr>
        </p:nvSpPr>
        <p:spPr>
          <a:xfrm>
            <a:off x="3329824" y="4248791"/>
            <a:ext cx="2454120" cy="470610"/>
          </a:xfrm>
          <a:custGeom>
            <a:avLst/>
            <a:gdLst>
              <a:gd name="sw" fmla="*/ 1 w 3885"/>
              <a:gd name="sh" fmla="*/ 1 h 745"/>
              <a:gd name="mins" fmla="min sw sh"/>
              <a:gd name="dsw" fmla="+- 0 sw mins"/>
              <a:gd name="dsh" fmla="+- 0 sh mins"/>
              <a:gd name="p0x0" fmla="*/ 120 w 3885"/>
              <a:gd name="p0y0" fmla="*/ 0 h 745"/>
              <a:gd name="p0x1" fmla="*/ 3765 w 3885"/>
              <a:gd name="p0y1" fmla="*/ 0 h 745"/>
              <a:gd name="p0x2" fmla="*/ 3831 w 3885"/>
              <a:gd name="p0y2" fmla="*/ 0 h 745"/>
              <a:gd name="p0x3" fmla="*/ 3885 w 3885"/>
              <a:gd name="p0y3" fmla="*/ 53 h 745"/>
              <a:gd name="p0x4" fmla="*/ 3885 w 3885"/>
              <a:gd name="p0y4" fmla="*/ 120 h 745"/>
              <a:gd name="p0x5" fmla="*/ 3885 w 3885"/>
              <a:gd name="p0y5" fmla="*/ 625 h 745"/>
              <a:gd name="p0x6" fmla="*/ 3885 w 3885"/>
              <a:gd name="p0y6" fmla="*/ 691 h 745"/>
              <a:gd name="p0x7" fmla="*/ 3831 w 3885"/>
              <a:gd name="p0y7" fmla="*/ 745 h 745"/>
              <a:gd name="p0x8" fmla="*/ 3765 w 3885"/>
              <a:gd name="p0y8" fmla="*/ 745 h 745"/>
              <a:gd name="p0x9" fmla="*/ 120 w 3885"/>
              <a:gd name="p0y9" fmla="*/ 745 h 745"/>
              <a:gd name="p0x10" fmla="*/ 53 w 3885"/>
              <a:gd name="p0y10" fmla="*/ 745 h 745"/>
              <a:gd name="p0x11" fmla="*/ 0 w 3885"/>
              <a:gd name="p0y11" fmla="*/ 691 h 745"/>
              <a:gd name="p0x12" fmla="*/ 0 w 3885"/>
              <a:gd name="p0y12" fmla="*/ 625 h 745"/>
              <a:gd name="p0x13" fmla="*/ 0 w 3885"/>
              <a:gd name="p0y13" fmla="*/ 120 h 745"/>
              <a:gd name="p0x14" fmla="*/ 0 w 3885"/>
              <a:gd name="p0y14" fmla="*/ 53 h 745"/>
              <a:gd name="p0x15" fmla="*/ 53 w 3885"/>
              <a:gd name="p0y15" fmla="*/ 0 h 745"/>
              <a:gd name="p0x16" fmla="*/ 120 w 3885"/>
              <a:gd name="p0y16" fmla="*/ 0 h 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7" name="任意多边形 116"/>
          <p:cNvSpPr/>
          <p:nvPr>
            <p:custDataLst>
              <p:tags r:id="rId58"/>
            </p:custDataLst>
          </p:nvPr>
        </p:nvSpPr>
        <p:spPr>
          <a:xfrm>
            <a:off x="3443529" y="4445878"/>
            <a:ext cx="75803" cy="75803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9" name="文本框 168"/>
          <p:cNvSpPr txBox="1"/>
          <p:nvPr>
            <p:custDataLst>
              <p:tags r:id="rId59"/>
            </p:custDataLst>
          </p:nvPr>
        </p:nvSpPr>
        <p:spPr>
          <a:xfrm>
            <a:off x="3595135" y="4370521"/>
            <a:ext cx="1588460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initialization_error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8" name="任意多边形 117"/>
          <p:cNvSpPr/>
          <p:nvPr>
            <p:custDataLst>
              <p:tags r:id="rId60"/>
            </p:custDataLst>
          </p:nvPr>
        </p:nvSpPr>
        <p:spPr>
          <a:xfrm>
            <a:off x="799901" y="4795204"/>
            <a:ext cx="2454120" cy="470610"/>
          </a:xfrm>
          <a:custGeom>
            <a:avLst/>
            <a:gdLst>
              <a:gd name="sw" fmla="*/ 1 w 3885"/>
              <a:gd name="sh" fmla="*/ 1 h 745"/>
              <a:gd name="mins" fmla="min sw sh"/>
              <a:gd name="dsw" fmla="+- 0 sw mins"/>
              <a:gd name="dsh" fmla="+- 0 sh mins"/>
              <a:gd name="p0x0" fmla="*/ 120 w 3885"/>
              <a:gd name="p0y0" fmla="*/ 0 h 745"/>
              <a:gd name="p0x1" fmla="*/ 3765 w 3885"/>
              <a:gd name="p0y1" fmla="*/ 0 h 745"/>
              <a:gd name="p0x2" fmla="*/ 3831 w 3885"/>
              <a:gd name="p0y2" fmla="*/ 0 h 745"/>
              <a:gd name="p0x3" fmla="*/ 3885 w 3885"/>
              <a:gd name="p0y3" fmla="*/ 53 h 745"/>
              <a:gd name="p0x4" fmla="*/ 3885 w 3885"/>
              <a:gd name="p0y4" fmla="*/ 120 h 745"/>
              <a:gd name="p0x5" fmla="*/ 3885 w 3885"/>
              <a:gd name="p0y5" fmla="*/ 625 h 745"/>
              <a:gd name="p0x6" fmla="*/ 3885 w 3885"/>
              <a:gd name="p0y6" fmla="*/ 691 h 745"/>
              <a:gd name="p0x7" fmla="*/ 3831 w 3885"/>
              <a:gd name="p0y7" fmla="*/ 745 h 745"/>
              <a:gd name="p0x8" fmla="*/ 3765 w 3885"/>
              <a:gd name="p0y8" fmla="*/ 745 h 745"/>
              <a:gd name="p0x9" fmla="*/ 120 w 3885"/>
              <a:gd name="p0y9" fmla="*/ 745 h 745"/>
              <a:gd name="p0x10" fmla="*/ 53 w 3885"/>
              <a:gd name="p0y10" fmla="*/ 745 h 745"/>
              <a:gd name="p0x11" fmla="*/ 0 w 3885"/>
              <a:gd name="p0y11" fmla="*/ 691 h 745"/>
              <a:gd name="p0x12" fmla="*/ 0 w 3885"/>
              <a:gd name="p0y12" fmla="*/ 625 h 745"/>
              <a:gd name="p0x13" fmla="*/ 0 w 3885"/>
              <a:gd name="p0y13" fmla="*/ 120 h 745"/>
              <a:gd name="p0x14" fmla="*/ 0 w 3885"/>
              <a:gd name="p0y14" fmla="*/ 53 h 745"/>
              <a:gd name="p0x15" fmla="*/ 53 w 3885"/>
              <a:gd name="p0y15" fmla="*/ 0 h 745"/>
              <a:gd name="p0x16" fmla="*/ 120 w 3885"/>
              <a:gd name="p0y16" fmla="*/ 0 h 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19" name="任意多边形 118"/>
          <p:cNvSpPr/>
          <p:nvPr>
            <p:custDataLst>
              <p:tags r:id="rId61"/>
            </p:custDataLst>
          </p:nvPr>
        </p:nvSpPr>
        <p:spPr>
          <a:xfrm>
            <a:off x="913606" y="4992923"/>
            <a:ext cx="75803" cy="75803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0" name="文本框 169"/>
          <p:cNvSpPr txBox="1"/>
          <p:nvPr>
            <p:custDataLst>
              <p:tags r:id="rId62"/>
            </p:custDataLst>
          </p:nvPr>
        </p:nvSpPr>
        <p:spPr>
          <a:xfrm>
            <a:off x="1065212" y="4917202"/>
            <a:ext cx="2064815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state_transition_error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0" name="任意多边形 119"/>
          <p:cNvSpPr/>
          <p:nvPr>
            <p:custDataLst>
              <p:tags r:id="rId63"/>
            </p:custDataLst>
          </p:nvPr>
        </p:nvSpPr>
        <p:spPr>
          <a:xfrm>
            <a:off x="3329824" y="4795204"/>
            <a:ext cx="2454120" cy="470610"/>
          </a:xfrm>
          <a:custGeom>
            <a:avLst/>
            <a:gdLst>
              <a:gd name="sw" fmla="*/ 1 w 3885"/>
              <a:gd name="sh" fmla="*/ 1 h 745"/>
              <a:gd name="mins" fmla="min sw sh"/>
              <a:gd name="dsw" fmla="+- 0 sw mins"/>
              <a:gd name="dsh" fmla="+- 0 sh mins"/>
              <a:gd name="p0x0" fmla="*/ 120 w 3885"/>
              <a:gd name="p0y0" fmla="*/ 0 h 745"/>
              <a:gd name="p0x1" fmla="*/ 3765 w 3885"/>
              <a:gd name="p0y1" fmla="*/ 0 h 745"/>
              <a:gd name="p0x2" fmla="*/ 3831 w 3885"/>
              <a:gd name="p0y2" fmla="*/ 0 h 745"/>
              <a:gd name="p0x3" fmla="*/ 3885 w 3885"/>
              <a:gd name="p0y3" fmla="*/ 53 h 745"/>
              <a:gd name="p0x4" fmla="*/ 3885 w 3885"/>
              <a:gd name="p0y4" fmla="*/ 120 h 745"/>
              <a:gd name="p0x5" fmla="*/ 3885 w 3885"/>
              <a:gd name="p0y5" fmla="*/ 625 h 745"/>
              <a:gd name="p0x6" fmla="*/ 3885 w 3885"/>
              <a:gd name="p0y6" fmla="*/ 691 h 745"/>
              <a:gd name="p0x7" fmla="*/ 3831 w 3885"/>
              <a:gd name="p0y7" fmla="*/ 745 h 745"/>
              <a:gd name="p0x8" fmla="*/ 3765 w 3885"/>
              <a:gd name="p0y8" fmla="*/ 745 h 745"/>
              <a:gd name="p0x9" fmla="*/ 120 w 3885"/>
              <a:gd name="p0y9" fmla="*/ 745 h 745"/>
              <a:gd name="p0x10" fmla="*/ 53 w 3885"/>
              <a:gd name="p0y10" fmla="*/ 745 h 745"/>
              <a:gd name="p0x11" fmla="*/ 0 w 3885"/>
              <a:gd name="p0y11" fmla="*/ 691 h 745"/>
              <a:gd name="p0x12" fmla="*/ 0 w 3885"/>
              <a:gd name="p0y12" fmla="*/ 625 h 745"/>
              <a:gd name="p0x13" fmla="*/ 0 w 3885"/>
              <a:gd name="p0y13" fmla="*/ 120 h 745"/>
              <a:gd name="p0x14" fmla="*/ 0 w 3885"/>
              <a:gd name="p0y14" fmla="*/ 53 h 745"/>
              <a:gd name="p0x15" fmla="*/ 53 w 3885"/>
              <a:gd name="p0y15" fmla="*/ 0 h 745"/>
              <a:gd name="p0x16" fmla="*/ 120 w 3885"/>
              <a:gd name="p0y16" fmla="*/ 0 h 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1" name="任意多边形 120"/>
          <p:cNvSpPr/>
          <p:nvPr>
            <p:custDataLst>
              <p:tags r:id="rId64"/>
            </p:custDataLst>
          </p:nvPr>
        </p:nvSpPr>
        <p:spPr>
          <a:xfrm>
            <a:off x="3443529" y="4992923"/>
            <a:ext cx="75803" cy="75803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1" name="文本框 170"/>
          <p:cNvSpPr txBox="1"/>
          <p:nvPr>
            <p:custDataLst>
              <p:tags r:id="rId65"/>
            </p:custDataLst>
          </p:nvPr>
        </p:nvSpPr>
        <p:spPr>
          <a:xfrm>
            <a:off x="3595135" y="4917202"/>
            <a:ext cx="1422338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boundary_error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2" name="任意多边形 121"/>
          <p:cNvSpPr/>
          <p:nvPr>
            <p:custDataLst>
              <p:tags r:id="rId66"/>
            </p:custDataLst>
          </p:nvPr>
        </p:nvSpPr>
        <p:spPr>
          <a:xfrm>
            <a:off x="799901" y="5341616"/>
            <a:ext cx="2454120" cy="471242"/>
          </a:xfrm>
          <a:custGeom>
            <a:avLst/>
            <a:gdLst>
              <a:gd name="sw" fmla="*/ 1 w 3885"/>
              <a:gd name="sh" fmla="*/ 1 h 745"/>
              <a:gd name="mins" fmla="min sw sh"/>
              <a:gd name="dsw" fmla="+- 0 sw mins"/>
              <a:gd name="dsh" fmla="+- 0 sh mins"/>
              <a:gd name="p0x0" fmla="*/ 120 w 3885"/>
              <a:gd name="p0y0" fmla="*/ 0 h 745"/>
              <a:gd name="p0x1" fmla="*/ 3765 w 3885"/>
              <a:gd name="p0y1" fmla="*/ 0 h 745"/>
              <a:gd name="p0x2" fmla="*/ 3831 w 3885"/>
              <a:gd name="p0y2" fmla="*/ 0 h 745"/>
              <a:gd name="p0x3" fmla="*/ 3885 w 3885"/>
              <a:gd name="p0y3" fmla="*/ 53 h 745"/>
              <a:gd name="p0x4" fmla="*/ 3885 w 3885"/>
              <a:gd name="p0y4" fmla="*/ 120 h 745"/>
              <a:gd name="p0x5" fmla="*/ 3885 w 3885"/>
              <a:gd name="p0y5" fmla="*/ 625 h 745"/>
              <a:gd name="p0x6" fmla="*/ 3885 w 3885"/>
              <a:gd name="p0y6" fmla="*/ 691 h 745"/>
              <a:gd name="p0x7" fmla="*/ 3831 w 3885"/>
              <a:gd name="p0y7" fmla="*/ 745 h 745"/>
              <a:gd name="p0x8" fmla="*/ 3765 w 3885"/>
              <a:gd name="p0y8" fmla="*/ 745 h 745"/>
              <a:gd name="p0x9" fmla="*/ 120 w 3885"/>
              <a:gd name="p0y9" fmla="*/ 745 h 745"/>
              <a:gd name="p0x10" fmla="*/ 53 w 3885"/>
              <a:gd name="p0y10" fmla="*/ 745 h 745"/>
              <a:gd name="p0x11" fmla="*/ 0 w 3885"/>
              <a:gd name="p0y11" fmla="*/ 691 h 745"/>
              <a:gd name="p0x12" fmla="*/ 0 w 3885"/>
              <a:gd name="p0y12" fmla="*/ 625 h 745"/>
              <a:gd name="p0x13" fmla="*/ 0 w 3885"/>
              <a:gd name="p0y13" fmla="*/ 120 h 745"/>
              <a:gd name="p0x14" fmla="*/ 0 w 3885"/>
              <a:gd name="p0y14" fmla="*/ 53 h 745"/>
              <a:gd name="p0x15" fmla="*/ 53 w 3885"/>
              <a:gd name="p0y15" fmla="*/ 0 h 745"/>
              <a:gd name="p0x16" fmla="*/ 120 w 3885"/>
              <a:gd name="p0y16" fmla="*/ 0 h 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3" name="任意多边形 122"/>
          <p:cNvSpPr/>
          <p:nvPr>
            <p:custDataLst>
              <p:tags r:id="rId67"/>
            </p:custDataLst>
          </p:nvPr>
        </p:nvSpPr>
        <p:spPr>
          <a:xfrm>
            <a:off x="913606" y="5539336"/>
            <a:ext cx="75803" cy="75803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2" name="文本框 171"/>
          <p:cNvSpPr txBox="1"/>
          <p:nvPr>
            <p:custDataLst>
              <p:tags r:id="rId68"/>
            </p:custDataLst>
          </p:nvPr>
        </p:nvSpPr>
        <p:spPr>
          <a:xfrm>
            <a:off x="1065212" y="5463968"/>
            <a:ext cx="1634131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infinite_loop_error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4" name="任意多边形 123"/>
          <p:cNvSpPr/>
          <p:nvPr>
            <p:custDataLst>
              <p:tags r:id="rId69"/>
            </p:custDataLst>
          </p:nvPr>
        </p:nvSpPr>
        <p:spPr>
          <a:xfrm>
            <a:off x="3329824" y="5341616"/>
            <a:ext cx="2454120" cy="471242"/>
          </a:xfrm>
          <a:custGeom>
            <a:avLst/>
            <a:gdLst>
              <a:gd name="sw" fmla="*/ 1 w 3885"/>
              <a:gd name="sh" fmla="*/ 1 h 745"/>
              <a:gd name="mins" fmla="min sw sh"/>
              <a:gd name="dsw" fmla="+- 0 sw mins"/>
              <a:gd name="dsh" fmla="+- 0 sh mins"/>
              <a:gd name="p0x0" fmla="*/ 120 w 3885"/>
              <a:gd name="p0y0" fmla="*/ 0 h 745"/>
              <a:gd name="p0x1" fmla="*/ 3765 w 3885"/>
              <a:gd name="p0y1" fmla="*/ 0 h 745"/>
              <a:gd name="p0x2" fmla="*/ 3831 w 3885"/>
              <a:gd name="p0y2" fmla="*/ 0 h 745"/>
              <a:gd name="p0x3" fmla="*/ 3885 w 3885"/>
              <a:gd name="p0y3" fmla="*/ 53 h 745"/>
              <a:gd name="p0x4" fmla="*/ 3885 w 3885"/>
              <a:gd name="p0y4" fmla="*/ 120 h 745"/>
              <a:gd name="p0x5" fmla="*/ 3885 w 3885"/>
              <a:gd name="p0y5" fmla="*/ 625 h 745"/>
              <a:gd name="p0x6" fmla="*/ 3885 w 3885"/>
              <a:gd name="p0y6" fmla="*/ 691 h 745"/>
              <a:gd name="p0x7" fmla="*/ 3831 w 3885"/>
              <a:gd name="p0y7" fmla="*/ 745 h 745"/>
              <a:gd name="p0x8" fmla="*/ 3765 w 3885"/>
              <a:gd name="p0y8" fmla="*/ 745 h 745"/>
              <a:gd name="p0x9" fmla="*/ 120 w 3885"/>
              <a:gd name="p0y9" fmla="*/ 745 h 745"/>
              <a:gd name="p0x10" fmla="*/ 53 w 3885"/>
              <a:gd name="p0y10" fmla="*/ 745 h 745"/>
              <a:gd name="p0x11" fmla="*/ 0 w 3885"/>
              <a:gd name="p0y11" fmla="*/ 691 h 745"/>
              <a:gd name="p0x12" fmla="*/ 0 w 3885"/>
              <a:gd name="p0y12" fmla="*/ 625 h 745"/>
              <a:gd name="p0x13" fmla="*/ 0 w 3885"/>
              <a:gd name="p0y13" fmla="*/ 120 h 745"/>
              <a:gd name="p0x14" fmla="*/ 0 w 3885"/>
              <a:gd name="p0y14" fmla="*/ 53 h 745"/>
              <a:gd name="p0x15" fmla="*/ 53 w 3885"/>
              <a:gd name="p0y15" fmla="*/ 0 h 745"/>
              <a:gd name="p0x16" fmla="*/ 120 w 3885"/>
              <a:gd name="p0y16" fmla="*/ 0 h 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5" name="任意多边形 124"/>
          <p:cNvSpPr/>
          <p:nvPr>
            <p:custDataLst>
              <p:tags r:id="rId70"/>
            </p:custDataLst>
          </p:nvPr>
        </p:nvSpPr>
        <p:spPr>
          <a:xfrm>
            <a:off x="3443529" y="5539336"/>
            <a:ext cx="75803" cy="75803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3" name="文本框 172"/>
          <p:cNvSpPr txBox="1"/>
          <p:nvPr>
            <p:custDataLst>
              <p:tags r:id="rId71"/>
            </p:custDataLst>
          </p:nvPr>
        </p:nvSpPr>
        <p:spPr>
          <a:xfrm>
            <a:off x="3595135" y="5463968"/>
            <a:ext cx="1325584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memory_error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6" name="任意多边形 125"/>
          <p:cNvSpPr/>
          <p:nvPr>
            <p:custDataLst>
              <p:tags r:id="rId72"/>
            </p:custDataLst>
          </p:nvPr>
        </p:nvSpPr>
        <p:spPr>
          <a:xfrm>
            <a:off x="799901" y="5888661"/>
            <a:ext cx="2454120" cy="471242"/>
          </a:xfrm>
          <a:custGeom>
            <a:avLst/>
            <a:gdLst>
              <a:gd name="sw" fmla="*/ 1 w 3885"/>
              <a:gd name="sh" fmla="*/ 1 h 745"/>
              <a:gd name="mins" fmla="min sw sh"/>
              <a:gd name="dsw" fmla="+- 0 sw mins"/>
              <a:gd name="dsh" fmla="+- 0 sh mins"/>
              <a:gd name="p0x0" fmla="*/ 120 w 3885"/>
              <a:gd name="p0y0" fmla="*/ 0 h 745"/>
              <a:gd name="p0x1" fmla="*/ 3765 w 3885"/>
              <a:gd name="p0y1" fmla="*/ 0 h 745"/>
              <a:gd name="p0x2" fmla="*/ 3831 w 3885"/>
              <a:gd name="p0y2" fmla="*/ 0 h 745"/>
              <a:gd name="p0x3" fmla="*/ 3885 w 3885"/>
              <a:gd name="p0y3" fmla="*/ 53 h 745"/>
              <a:gd name="p0x4" fmla="*/ 3885 w 3885"/>
              <a:gd name="p0y4" fmla="*/ 120 h 745"/>
              <a:gd name="p0x5" fmla="*/ 3885 w 3885"/>
              <a:gd name="p0y5" fmla="*/ 625 h 745"/>
              <a:gd name="p0x6" fmla="*/ 3885 w 3885"/>
              <a:gd name="p0y6" fmla="*/ 691 h 745"/>
              <a:gd name="p0x7" fmla="*/ 3831 w 3885"/>
              <a:gd name="p0y7" fmla="*/ 745 h 745"/>
              <a:gd name="p0x8" fmla="*/ 3765 w 3885"/>
              <a:gd name="p0y8" fmla="*/ 745 h 745"/>
              <a:gd name="p0x9" fmla="*/ 120 w 3885"/>
              <a:gd name="p0y9" fmla="*/ 745 h 745"/>
              <a:gd name="p0x10" fmla="*/ 53 w 3885"/>
              <a:gd name="p0y10" fmla="*/ 745 h 745"/>
              <a:gd name="p0x11" fmla="*/ 0 w 3885"/>
              <a:gd name="p0y11" fmla="*/ 691 h 745"/>
              <a:gd name="p0x12" fmla="*/ 0 w 3885"/>
              <a:gd name="p0y12" fmla="*/ 625 h 745"/>
              <a:gd name="p0x13" fmla="*/ 0 w 3885"/>
              <a:gd name="p0y13" fmla="*/ 120 h 745"/>
              <a:gd name="p0x14" fmla="*/ 0 w 3885"/>
              <a:gd name="p0y14" fmla="*/ 53 h 745"/>
              <a:gd name="p0x15" fmla="*/ 53 w 3885"/>
              <a:gd name="p0y15" fmla="*/ 0 h 745"/>
              <a:gd name="p0x16" fmla="*/ 120 w 3885"/>
              <a:gd name="p0y16" fmla="*/ 0 h 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7" name="任意多边形 126"/>
          <p:cNvSpPr/>
          <p:nvPr>
            <p:custDataLst>
              <p:tags r:id="rId73"/>
            </p:custDataLst>
          </p:nvPr>
        </p:nvSpPr>
        <p:spPr>
          <a:xfrm>
            <a:off x="913606" y="6086380"/>
            <a:ext cx="75803" cy="75803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4" name="文本框 173"/>
          <p:cNvSpPr txBox="1"/>
          <p:nvPr>
            <p:custDataLst>
              <p:tags r:id="rId74"/>
            </p:custDataLst>
          </p:nvPr>
        </p:nvSpPr>
        <p:spPr>
          <a:xfrm>
            <a:off x="1065212" y="6010726"/>
            <a:ext cx="1036890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logic_error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8" name="任意多边形 127"/>
          <p:cNvSpPr/>
          <p:nvPr>
            <p:custDataLst>
              <p:tags r:id="rId75"/>
            </p:custDataLst>
          </p:nvPr>
        </p:nvSpPr>
        <p:spPr>
          <a:xfrm>
            <a:off x="3329824" y="5888661"/>
            <a:ext cx="2454120" cy="471242"/>
          </a:xfrm>
          <a:custGeom>
            <a:avLst/>
            <a:gdLst>
              <a:gd name="sw" fmla="*/ 1 w 3885"/>
              <a:gd name="sh" fmla="*/ 1 h 745"/>
              <a:gd name="mins" fmla="min sw sh"/>
              <a:gd name="dsw" fmla="+- 0 sw mins"/>
              <a:gd name="dsh" fmla="+- 0 sh mins"/>
              <a:gd name="p0x0" fmla="*/ 120 w 3885"/>
              <a:gd name="p0y0" fmla="*/ 0 h 745"/>
              <a:gd name="p0x1" fmla="*/ 3765 w 3885"/>
              <a:gd name="p0y1" fmla="*/ 0 h 745"/>
              <a:gd name="p0x2" fmla="*/ 3831 w 3885"/>
              <a:gd name="p0y2" fmla="*/ 0 h 745"/>
              <a:gd name="p0x3" fmla="*/ 3885 w 3885"/>
              <a:gd name="p0y3" fmla="*/ 53 h 745"/>
              <a:gd name="p0x4" fmla="*/ 3885 w 3885"/>
              <a:gd name="p0y4" fmla="*/ 120 h 745"/>
              <a:gd name="p0x5" fmla="*/ 3885 w 3885"/>
              <a:gd name="p0y5" fmla="*/ 625 h 745"/>
              <a:gd name="p0x6" fmla="*/ 3885 w 3885"/>
              <a:gd name="p0y6" fmla="*/ 691 h 745"/>
              <a:gd name="p0x7" fmla="*/ 3831 w 3885"/>
              <a:gd name="p0y7" fmla="*/ 745 h 745"/>
              <a:gd name="p0x8" fmla="*/ 3765 w 3885"/>
              <a:gd name="p0y8" fmla="*/ 745 h 745"/>
              <a:gd name="p0x9" fmla="*/ 120 w 3885"/>
              <a:gd name="p0y9" fmla="*/ 745 h 745"/>
              <a:gd name="p0x10" fmla="*/ 53 w 3885"/>
              <a:gd name="p0y10" fmla="*/ 745 h 745"/>
              <a:gd name="p0x11" fmla="*/ 0 w 3885"/>
              <a:gd name="p0y11" fmla="*/ 691 h 745"/>
              <a:gd name="p0x12" fmla="*/ 0 w 3885"/>
              <a:gd name="p0y12" fmla="*/ 625 h 745"/>
              <a:gd name="p0x13" fmla="*/ 0 w 3885"/>
              <a:gd name="p0y13" fmla="*/ 120 h 745"/>
              <a:gd name="p0x14" fmla="*/ 0 w 3885"/>
              <a:gd name="p0y14" fmla="*/ 53 h 745"/>
              <a:gd name="p0x15" fmla="*/ 53 w 3885"/>
              <a:gd name="p0y15" fmla="*/ 0 h 745"/>
              <a:gd name="p0x16" fmla="*/ 120 w 3885"/>
              <a:gd name="p0y16" fmla="*/ 0 h 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9" name="任意多边形 128"/>
          <p:cNvSpPr/>
          <p:nvPr>
            <p:custDataLst>
              <p:tags r:id="rId76"/>
            </p:custDataLst>
          </p:nvPr>
        </p:nvSpPr>
        <p:spPr>
          <a:xfrm>
            <a:off x="3443529" y="6086380"/>
            <a:ext cx="75803" cy="75803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5" name="文本框 174"/>
          <p:cNvSpPr txBox="1"/>
          <p:nvPr>
            <p:custDataLst>
              <p:tags r:id="rId77"/>
            </p:custDataLst>
          </p:nvPr>
        </p:nvSpPr>
        <p:spPr>
          <a:xfrm>
            <a:off x="3595135" y="6010726"/>
            <a:ext cx="1007203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type_error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0" name="任意多边形 129"/>
          <p:cNvSpPr/>
          <p:nvPr>
            <p:custDataLst>
              <p:tags r:id="rId78"/>
            </p:custDataLst>
          </p:nvPr>
        </p:nvSpPr>
        <p:spPr>
          <a:xfrm>
            <a:off x="6214758" y="3523609"/>
            <a:ext cx="5372533" cy="3030222"/>
          </a:xfrm>
          <a:custGeom>
            <a:avLst/>
            <a:gdLst>
              <a:gd name="sw" fmla="*/ 1 w 8505"/>
              <a:gd name="sh" fmla="*/ 1 h 4796"/>
              <a:gd name="mins" fmla="min sw sh"/>
              <a:gd name="dsw" fmla="+- 0 sw mins"/>
              <a:gd name="dsh" fmla="+- 0 sh mins"/>
              <a:gd name="p0x0" fmla="*/ 120 w 8505"/>
              <a:gd name="p0y0" fmla="*/ 0 h 4796"/>
              <a:gd name="p0x1" fmla="*/ 8385 w 8505"/>
              <a:gd name="p0y1" fmla="*/ 0 h 4796"/>
              <a:gd name="p0x2" fmla="*/ 8451 w 8505"/>
              <a:gd name="p0y2" fmla="*/ 0 h 4796"/>
              <a:gd name="p0x3" fmla="*/ 8505 w 8505"/>
              <a:gd name="p0y3" fmla="*/ 53 h 4796"/>
              <a:gd name="p0x4" fmla="*/ 8505 w 8505"/>
              <a:gd name="p0y4" fmla="*/ 120 h 4796"/>
              <a:gd name="p0x5" fmla="*/ 8505 w 8505"/>
              <a:gd name="p0y5" fmla="*/ 4676 h 4796"/>
              <a:gd name="p0x6" fmla="*/ 8505 w 8505"/>
              <a:gd name="p0y6" fmla="*/ 4743 h 4796"/>
              <a:gd name="p0x7" fmla="*/ 8451 w 8505"/>
              <a:gd name="p0y7" fmla="*/ 4796 h 4796"/>
              <a:gd name="p0x8" fmla="*/ 8385 w 8505"/>
              <a:gd name="p0y8" fmla="*/ 4796 h 4796"/>
              <a:gd name="p0x9" fmla="*/ 120 w 8505"/>
              <a:gd name="p0y9" fmla="*/ 4796 h 4796"/>
              <a:gd name="p0x10" fmla="*/ 53 w 8505"/>
              <a:gd name="p0y10" fmla="*/ 4796 h 4796"/>
              <a:gd name="p0x11" fmla="*/ 0 w 8505"/>
              <a:gd name="p0y11" fmla="*/ 4743 h 4796"/>
              <a:gd name="p0x12" fmla="*/ 0 w 8505"/>
              <a:gd name="p0y12" fmla="*/ 4676 h 4796"/>
              <a:gd name="p0x13" fmla="*/ 0 w 8505"/>
              <a:gd name="p0y13" fmla="*/ 120 h 4796"/>
              <a:gd name="p0x14" fmla="*/ 0 w 8505"/>
              <a:gd name="p0y14" fmla="*/ 53 h 4796"/>
              <a:gd name="p0x15" fmla="*/ 53 w 8505"/>
              <a:gd name="p0y15" fmla="*/ 0 h 4796"/>
              <a:gd name="p0x16" fmla="*/ 120 w 8505"/>
              <a:gd name="p0y16" fmla="*/ 0 h 479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1" name="任意多边形 130"/>
          <p:cNvSpPr/>
          <p:nvPr>
            <p:custDataLst>
              <p:tags r:id="rId79"/>
            </p:custDataLst>
          </p:nvPr>
        </p:nvSpPr>
        <p:spPr>
          <a:xfrm>
            <a:off x="6409319" y="3718170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76" name="图片 175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6494597" y="3798395"/>
            <a:ext cx="246360" cy="251413"/>
          </a:xfrm>
          <a:prstGeom prst="rect">
            <a:avLst/>
          </a:prstGeom>
        </p:spPr>
      </p:pic>
      <p:sp>
        <p:nvSpPr>
          <p:cNvPr id="177" name="文本框 176"/>
          <p:cNvSpPr txBox="1"/>
          <p:nvPr>
            <p:custDataLst>
              <p:tags r:id="rId83"/>
            </p:custDataLst>
          </p:nvPr>
        </p:nvSpPr>
        <p:spPr>
          <a:xfrm>
            <a:off x="6939939" y="3744730"/>
            <a:ext cx="1857172" cy="3341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学习闭环集成</a:t>
            </a:r>
            <a:endParaRPr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2" name="任意多边形 131"/>
          <p:cNvSpPr/>
          <p:nvPr>
            <p:custDataLst>
              <p:tags r:id="rId84"/>
            </p:custDataLst>
          </p:nvPr>
        </p:nvSpPr>
        <p:spPr>
          <a:xfrm>
            <a:off x="6409319" y="4248791"/>
            <a:ext cx="265310" cy="26531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5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78" name="图片 177"/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>
            <a:fillRect/>
          </a:stretch>
        </p:blipFill>
        <p:spPr>
          <a:xfrm>
            <a:off x="6475646" y="4305643"/>
            <a:ext cx="132655" cy="151606"/>
          </a:xfrm>
          <a:prstGeom prst="rect">
            <a:avLst/>
          </a:prstGeom>
        </p:spPr>
      </p:pic>
      <p:sp>
        <p:nvSpPr>
          <p:cNvPr id="179" name="文本框 178"/>
          <p:cNvSpPr txBox="1"/>
          <p:nvPr>
            <p:custDataLst>
              <p:tags r:id="rId88"/>
            </p:custDataLst>
          </p:nvPr>
        </p:nvSpPr>
        <p:spPr>
          <a:xfrm>
            <a:off x="6788333" y="4234606"/>
            <a:ext cx="2463595" cy="2381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诊断结果自动写入学习记忆</a:t>
            </a:r>
            <a:endParaRPr sz="15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89"/>
            </p:custDataLst>
          </p:nvPr>
        </p:nvSpPr>
        <p:spPr>
          <a:xfrm>
            <a:off x="6788333" y="4523605"/>
            <a:ext cx="2350858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StudentLearningMemory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3" name="任意多边形 132"/>
          <p:cNvSpPr/>
          <p:nvPr>
            <p:custDataLst>
              <p:tags r:id="rId90"/>
            </p:custDataLst>
          </p:nvPr>
        </p:nvSpPr>
        <p:spPr>
          <a:xfrm>
            <a:off x="6409319" y="4864058"/>
            <a:ext cx="265310" cy="26531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5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81" name="图片 180"/>
          <p:cNvPicPr>
            <a:picLocks noChangeAspect="1"/>
          </p:cNvPicPr>
          <p:nvPr>
            <p:custDataLst>
              <p:tags r:id="rId91"/>
            </p:custDataLst>
          </p:nvPr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 l="-6250" t="-11538" r="-6250" b="-11538"/>
          <a:stretch>
            <a:fillRect/>
          </a:stretch>
        </p:blipFill>
        <p:spPr>
          <a:xfrm>
            <a:off x="6456696" y="4920910"/>
            <a:ext cx="170557" cy="151606"/>
          </a:xfrm>
          <a:prstGeom prst="rect">
            <a:avLst/>
          </a:prstGeom>
        </p:spPr>
      </p:pic>
      <p:sp>
        <p:nvSpPr>
          <p:cNvPr id="182" name="文本框 181"/>
          <p:cNvSpPr txBox="1"/>
          <p:nvPr>
            <p:custDataLst>
              <p:tags r:id="rId94"/>
            </p:custDataLst>
          </p:nvPr>
        </p:nvSpPr>
        <p:spPr>
          <a:xfrm>
            <a:off x="6788333" y="4849984"/>
            <a:ext cx="1705566" cy="2381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错误模式分类存档</a:t>
            </a:r>
            <a:endParaRPr sz="15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3" name="文本框 182"/>
          <p:cNvSpPr txBox="1"/>
          <p:nvPr>
            <p:custDataLst>
              <p:tags r:id="rId95"/>
            </p:custDataLst>
          </p:nvPr>
        </p:nvSpPr>
        <p:spPr>
          <a:xfrm>
            <a:off x="6788333" y="5138983"/>
            <a:ext cx="1516059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支持长期追踪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4" name="任意多边形 133"/>
          <p:cNvSpPr/>
          <p:nvPr>
            <p:custDataLst>
              <p:tags r:id="rId96"/>
            </p:custDataLst>
          </p:nvPr>
        </p:nvSpPr>
        <p:spPr>
          <a:xfrm>
            <a:off x="6409319" y="5479325"/>
            <a:ext cx="265310" cy="26531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5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84" name="图片 183"/>
          <p:cNvPicPr>
            <a:picLocks noChangeAspect="1"/>
          </p:cNvPicPr>
          <p:nvPr>
            <p:custDataLst>
              <p:tags r:id="rId97"/>
            </p:custDataLst>
          </p:nvPr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 t="-7143" b="-7143"/>
          <a:stretch>
            <a:fillRect/>
          </a:stretch>
        </p:blipFill>
        <p:spPr>
          <a:xfrm>
            <a:off x="6466171" y="5536177"/>
            <a:ext cx="151606" cy="151606"/>
          </a:xfrm>
          <a:prstGeom prst="rect">
            <a:avLst/>
          </a:prstGeom>
        </p:spPr>
      </p:pic>
      <p:sp>
        <p:nvSpPr>
          <p:cNvPr id="185" name="文本框 184"/>
          <p:cNvSpPr txBox="1"/>
          <p:nvPr>
            <p:custDataLst>
              <p:tags r:id="rId100"/>
            </p:custDataLst>
          </p:nvPr>
        </p:nvSpPr>
        <p:spPr>
          <a:xfrm>
            <a:off x="6788333" y="5465371"/>
            <a:ext cx="1895073" cy="2381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掌握度实时更新反馈</a:t>
            </a:r>
            <a:endParaRPr sz="15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6" name="文本框 185"/>
          <p:cNvSpPr txBox="1"/>
          <p:nvPr>
            <p:custDataLst>
              <p:tags r:id="rId101"/>
            </p:custDataLst>
          </p:nvPr>
        </p:nvSpPr>
        <p:spPr>
          <a:xfrm>
            <a:off x="6788333" y="5754369"/>
            <a:ext cx="1705566" cy="2065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到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BKT-lite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模型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35" name="任意多边形 134"/>
          <p:cNvSpPr/>
          <p:nvPr>
            <p:custDataLst>
              <p:tags r:id="rId102"/>
            </p:custDataLst>
          </p:nvPr>
        </p:nvSpPr>
        <p:spPr>
          <a:xfrm>
            <a:off x="6409319" y="6094592"/>
            <a:ext cx="265310" cy="26531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5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87" name="图片 186"/>
          <p:cNvPicPr>
            <a:picLocks noChangeAspect="1"/>
          </p:cNvPicPr>
          <p:nvPr>
            <p:custDataLst>
              <p:tags r:id="rId103"/>
            </p:custDataLst>
          </p:nvPr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>
            <a:fillRect/>
          </a:stretch>
        </p:blipFill>
        <p:spPr>
          <a:xfrm>
            <a:off x="6466171" y="6151444"/>
            <a:ext cx="151606" cy="151606"/>
          </a:xfrm>
          <a:prstGeom prst="rect">
            <a:avLst/>
          </a:prstGeom>
        </p:spPr>
      </p:pic>
      <p:sp>
        <p:nvSpPr>
          <p:cNvPr id="188" name="文本框 187"/>
          <p:cNvSpPr txBox="1"/>
          <p:nvPr>
            <p:custDataLst>
              <p:tags r:id="rId106"/>
            </p:custDataLst>
          </p:nvPr>
        </p:nvSpPr>
        <p:spPr>
          <a:xfrm>
            <a:off x="6788333" y="6080749"/>
            <a:ext cx="2274088" cy="2381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挣扎检测触发路径重规划</a:t>
            </a:r>
            <a:endParaRPr sz="15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</p:spTree>
    <p:custDataLst>
      <p:tags r:id="rId10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1" name="图片 9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</a:rPr>
              <a:t>三层安全防护体系</a:t>
            </a:r>
            <a:endParaRPr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</a:endParaRPr>
          </a:p>
        </p:txBody>
      </p:sp>
      <p:sp>
        <p:nvSpPr>
          <p:cNvPr id="67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2000">
                <a:solidFill>
                  <a:schemeClr val="lt1"/>
                </a:solidFill>
                <a:latin typeface="汉仪雅酷黑 95W" panose="00020600040101010101" charset="-122"/>
                <a:ea typeface="汉仪雅酷黑 95W" panose="00020600040101010101" charset="-122"/>
              </a:rPr>
              <a:t>指针未更新检查</a:t>
            </a:r>
            <a:endParaRPr sz="2000">
              <a:solidFill>
                <a:schemeClr val="lt1"/>
              </a:solidFill>
              <a:latin typeface="汉仪雅酷黑 95W" panose="00020600040101010101" charset="-122"/>
              <a:ea typeface="汉仪雅酷黑 95W" panose="00020600040101010101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6"/>
            </p:custDataLst>
          </p:nvPr>
        </p:nvSpPr>
        <p:spPr>
          <a:xfrm>
            <a:off x="1075969" y="1676400"/>
            <a:ext cx="3190943" cy="4877378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7"/>
            </p:custDataLst>
          </p:nvPr>
        </p:nvSpPr>
        <p:spPr>
          <a:xfrm>
            <a:off x="1253853" y="1932253"/>
            <a:ext cx="450486" cy="450486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3333" t="-1613" r="-3333" b="-1613"/>
          <a:stretch>
            <a:fillRect/>
          </a:stretch>
        </p:blipFill>
        <p:spPr>
          <a:xfrm>
            <a:off x="1340485" y="2018885"/>
            <a:ext cx="277222" cy="277222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11"/>
            </p:custDataLst>
          </p:nvPr>
        </p:nvSpPr>
        <p:spPr>
          <a:xfrm>
            <a:off x="1808297" y="1839556"/>
            <a:ext cx="2281330" cy="6110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Layer 1: AST </a:t>
            </a:r>
            <a:r>
              <a:rPr lang="zh-CN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静态分析</a:t>
            </a:r>
            <a:endParaRPr lang="zh-CN"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12"/>
            </p:custDataLst>
          </p:nvPr>
        </p:nvSpPr>
        <p:spPr>
          <a:xfrm>
            <a:off x="1375137" y="2586324"/>
            <a:ext cx="2065496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死循环检测</a:t>
            </a:r>
            <a:r>
              <a:rPr lang="en-US" alt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(while True)</a:t>
            </a:r>
            <a:endParaRPr lang="en-US" altLang="zh-CN"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13"/>
            </p:custDataLst>
          </p:nvPr>
        </p:nvSpPr>
        <p:spPr>
          <a:xfrm>
            <a:off x="1375137" y="3279380"/>
            <a:ext cx="1212847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无限递归检测</a:t>
            </a:r>
            <a:endParaRPr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14"/>
            </p:custDataLst>
          </p:nvPr>
        </p:nvSpPr>
        <p:spPr>
          <a:xfrm>
            <a:off x="1375137" y="3625908"/>
            <a:ext cx="1386111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缓冲区溢出预警</a:t>
            </a:r>
            <a:endParaRPr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15"/>
            </p:custDataLst>
          </p:nvPr>
        </p:nvSpPr>
        <p:spPr>
          <a:xfrm>
            <a:off x="1253853" y="5744058"/>
            <a:ext cx="2835752" cy="632413"/>
          </a:xfrm>
          <a:custGeom>
            <a:avLst/>
            <a:gdLst>
              <a:gd name="sw" fmla="*/ 1 w 4910"/>
              <a:gd name="sh" fmla="*/ 1 h 1095"/>
              <a:gd name="mins" fmla="min sw sh"/>
              <a:gd name="dsw" fmla="+- 0 sw mins"/>
              <a:gd name="dsh" fmla="+- 0 sh mins"/>
              <a:gd name="p0x0" fmla="*/ 120 w 4910"/>
              <a:gd name="p0y0" fmla="*/ 0 h 1095"/>
              <a:gd name="p0x1" fmla="*/ 4790 w 4910"/>
              <a:gd name="p0y1" fmla="*/ 0 h 1095"/>
              <a:gd name="p0x2" fmla="*/ 4856 w 4910"/>
              <a:gd name="p0y2" fmla="*/ 0 h 1095"/>
              <a:gd name="p0x3" fmla="*/ 4910 w 4910"/>
              <a:gd name="p0y3" fmla="*/ 53 h 1095"/>
              <a:gd name="p0x4" fmla="*/ 4910 w 4910"/>
              <a:gd name="p0y4" fmla="*/ 120 h 1095"/>
              <a:gd name="p0x5" fmla="*/ 4910 w 4910"/>
              <a:gd name="p0y5" fmla="*/ 975 h 1095"/>
              <a:gd name="p0x6" fmla="*/ 4910 w 4910"/>
              <a:gd name="p0y6" fmla="*/ 1041 h 1095"/>
              <a:gd name="p0x7" fmla="*/ 4856 w 4910"/>
              <a:gd name="p0y7" fmla="*/ 1095 h 1095"/>
              <a:gd name="p0x8" fmla="*/ 4790 w 4910"/>
              <a:gd name="p0y8" fmla="*/ 1095 h 1095"/>
              <a:gd name="p0x9" fmla="*/ 120 w 4910"/>
              <a:gd name="p0y9" fmla="*/ 1095 h 1095"/>
              <a:gd name="p0x10" fmla="*/ 53 w 4910"/>
              <a:gd name="p0y10" fmla="*/ 1095 h 1095"/>
              <a:gd name="p0x11" fmla="*/ 0 w 4910"/>
              <a:gd name="p0y11" fmla="*/ 1041 h 1095"/>
              <a:gd name="p0x12" fmla="*/ 0 w 4910"/>
              <a:gd name="p0y12" fmla="*/ 975 h 1095"/>
              <a:gd name="p0x13" fmla="*/ 0 w 4910"/>
              <a:gd name="p0y13" fmla="*/ 120 h 1095"/>
              <a:gd name="p0x14" fmla="*/ 0 w 4910"/>
              <a:gd name="p0y14" fmla="*/ 53 h 1095"/>
              <a:gd name="p0x15" fmla="*/ 53 w 4910"/>
              <a:gd name="p0y15" fmla="*/ 0 h 1095"/>
              <a:gd name="p0x16" fmla="*/ 120 w 4910"/>
              <a:gd name="p0y16" fmla="*/ 0 h 1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16"/>
            </p:custDataLst>
          </p:nvPr>
        </p:nvSpPr>
        <p:spPr>
          <a:xfrm>
            <a:off x="1357811" y="5835455"/>
            <a:ext cx="2627858" cy="1957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04000"/>
              </a:lnSpc>
            </a:pPr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沙箱执行前拦截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17"/>
            </p:custDataLst>
          </p:nvPr>
        </p:nvSpPr>
        <p:spPr>
          <a:xfrm>
            <a:off x="1357811" y="6065029"/>
            <a:ext cx="2627858" cy="1957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04000"/>
              </a:lnSpc>
            </a:pPr>
            <a:r>
              <a:rPr lang="en-US"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Act as </a:t>
            </a:r>
            <a:r>
              <a:rPr lang="zh-CN"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熔断器</a:t>
            </a:r>
            <a:endParaRPr lang="zh-CN"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18"/>
            </p:custDataLst>
          </p:nvPr>
        </p:nvSpPr>
        <p:spPr>
          <a:xfrm>
            <a:off x="4500817" y="1676400"/>
            <a:ext cx="3190943" cy="4877378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19"/>
            </p:custDataLst>
          </p:nvPr>
        </p:nvSpPr>
        <p:spPr>
          <a:xfrm>
            <a:off x="4678702" y="1854284"/>
            <a:ext cx="450486" cy="450486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75" name="图片 74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174" t="-5172" r="-2174" b="-5172"/>
          <a:stretch>
            <a:fillRect/>
          </a:stretch>
        </p:blipFill>
        <p:spPr>
          <a:xfrm>
            <a:off x="4799986" y="1940916"/>
            <a:ext cx="207917" cy="277222"/>
          </a:xfrm>
          <a:prstGeom prst="rect">
            <a:avLst/>
          </a:prstGeom>
        </p:spPr>
      </p:pic>
      <p:sp>
        <p:nvSpPr>
          <p:cNvPr id="76" name="文本框 75"/>
          <p:cNvSpPr txBox="1"/>
          <p:nvPr>
            <p:custDataLst>
              <p:tags r:id="rId23"/>
            </p:custDataLst>
          </p:nvPr>
        </p:nvSpPr>
        <p:spPr>
          <a:xfrm>
            <a:off x="5233170" y="1913194"/>
            <a:ext cx="2229490" cy="3055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Layer 2: </a:t>
            </a:r>
            <a:r>
              <a:rPr lang="zh-CN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内容验证</a:t>
            </a:r>
            <a:endParaRPr lang="zh-CN"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24"/>
            </p:custDataLst>
          </p:nvPr>
        </p:nvSpPr>
        <p:spPr>
          <a:xfrm>
            <a:off x="4678702" y="2556003"/>
            <a:ext cx="51979" cy="51979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25"/>
            </p:custDataLst>
          </p:nvPr>
        </p:nvSpPr>
        <p:spPr>
          <a:xfrm>
            <a:off x="4800010" y="2430387"/>
            <a:ext cx="1890205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ContentVerifierAgent</a:t>
            </a:r>
            <a:endParaRPr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26"/>
            </p:custDataLst>
          </p:nvPr>
        </p:nvSpPr>
        <p:spPr>
          <a:xfrm>
            <a:off x="4678702" y="2902531"/>
            <a:ext cx="51979" cy="51979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27"/>
            </p:custDataLst>
          </p:nvPr>
        </p:nvSpPr>
        <p:spPr>
          <a:xfrm>
            <a:off x="4800010" y="2776915"/>
            <a:ext cx="1732639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反幻觉：知识库比对</a:t>
            </a:r>
            <a:endParaRPr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28"/>
            </p:custDataLst>
          </p:nvPr>
        </p:nvSpPr>
        <p:spPr>
          <a:xfrm>
            <a:off x="4678702" y="3249058"/>
            <a:ext cx="51979" cy="51979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29"/>
            </p:custDataLst>
          </p:nvPr>
        </p:nvSpPr>
        <p:spPr>
          <a:xfrm>
            <a:off x="4800010" y="3123442"/>
            <a:ext cx="1950976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33000"/>
              </a:lnSpc>
            </a:pPr>
            <a:r>
              <a:rPr lang="zh-CN" altLang="en-US" sz="16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假</a:t>
            </a:r>
            <a:r>
              <a:rPr lang="en-US" altLang="zh-CN" sz="16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LeetCode </a:t>
            </a:r>
            <a:r>
              <a:rPr lang="zh-CN" altLang="en-US" sz="16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题号检测</a:t>
            </a:r>
            <a:endParaRPr lang="zh-CN" altLang="en-US" sz="16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30"/>
            </p:custDataLst>
          </p:nvPr>
        </p:nvSpPr>
        <p:spPr>
          <a:xfrm>
            <a:off x="4678702" y="3595586"/>
            <a:ext cx="51979" cy="51979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31"/>
            </p:custDataLst>
          </p:nvPr>
        </p:nvSpPr>
        <p:spPr>
          <a:xfrm>
            <a:off x="4800010" y="3469970"/>
            <a:ext cx="1386111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未支撑声明标记</a:t>
            </a:r>
            <a:endParaRPr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32"/>
            </p:custDataLst>
          </p:nvPr>
        </p:nvSpPr>
        <p:spPr>
          <a:xfrm>
            <a:off x="4678702" y="5744058"/>
            <a:ext cx="2835752" cy="632413"/>
          </a:xfrm>
          <a:custGeom>
            <a:avLst/>
            <a:gdLst>
              <a:gd name="sw" fmla="*/ 1 w 4910"/>
              <a:gd name="sh" fmla="*/ 1 h 1095"/>
              <a:gd name="mins" fmla="min sw sh"/>
              <a:gd name="dsw" fmla="+- 0 sw mins"/>
              <a:gd name="dsh" fmla="+- 0 sh mins"/>
              <a:gd name="p0x0" fmla="*/ 120 w 4910"/>
              <a:gd name="p0y0" fmla="*/ 0 h 1095"/>
              <a:gd name="p0x1" fmla="*/ 4790 w 4910"/>
              <a:gd name="p0y1" fmla="*/ 0 h 1095"/>
              <a:gd name="p0x2" fmla="*/ 4856 w 4910"/>
              <a:gd name="p0y2" fmla="*/ 0 h 1095"/>
              <a:gd name="p0x3" fmla="*/ 4910 w 4910"/>
              <a:gd name="p0y3" fmla="*/ 53 h 1095"/>
              <a:gd name="p0x4" fmla="*/ 4910 w 4910"/>
              <a:gd name="p0y4" fmla="*/ 120 h 1095"/>
              <a:gd name="p0x5" fmla="*/ 4910 w 4910"/>
              <a:gd name="p0y5" fmla="*/ 975 h 1095"/>
              <a:gd name="p0x6" fmla="*/ 4910 w 4910"/>
              <a:gd name="p0y6" fmla="*/ 1041 h 1095"/>
              <a:gd name="p0x7" fmla="*/ 4856 w 4910"/>
              <a:gd name="p0y7" fmla="*/ 1095 h 1095"/>
              <a:gd name="p0x8" fmla="*/ 4790 w 4910"/>
              <a:gd name="p0y8" fmla="*/ 1095 h 1095"/>
              <a:gd name="p0x9" fmla="*/ 120 w 4910"/>
              <a:gd name="p0y9" fmla="*/ 1095 h 1095"/>
              <a:gd name="p0x10" fmla="*/ 53 w 4910"/>
              <a:gd name="p0y10" fmla="*/ 1095 h 1095"/>
              <a:gd name="p0x11" fmla="*/ 0 w 4910"/>
              <a:gd name="p0y11" fmla="*/ 1041 h 1095"/>
              <a:gd name="p0x12" fmla="*/ 0 w 4910"/>
              <a:gd name="p0y12" fmla="*/ 975 h 1095"/>
              <a:gd name="p0x13" fmla="*/ 0 w 4910"/>
              <a:gd name="p0y13" fmla="*/ 120 h 1095"/>
              <a:gd name="p0x14" fmla="*/ 0 w 4910"/>
              <a:gd name="p0y14" fmla="*/ 53 h 1095"/>
              <a:gd name="p0x15" fmla="*/ 53 w 4910"/>
              <a:gd name="p0y15" fmla="*/ 0 h 1095"/>
              <a:gd name="p0x16" fmla="*/ 120 w 4910"/>
              <a:gd name="p0y16" fmla="*/ 0 h 1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33"/>
            </p:custDataLst>
          </p:nvPr>
        </p:nvSpPr>
        <p:spPr>
          <a:xfrm>
            <a:off x="4782684" y="5835455"/>
            <a:ext cx="2627858" cy="1957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04000"/>
              </a:lnSpc>
            </a:pPr>
            <a:r>
              <a:rPr lang="en-US"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Fail-closed </a:t>
            </a:r>
            <a:r>
              <a:rPr lang="zh-CN"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策略</a:t>
            </a:r>
            <a:endParaRPr lang="zh-CN"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34"/>
            </p:custDataLst>
          </p:nvPr>
        </p:nvSpPr>
        <p:spPr>
          <a:xfrm>
            <a:off x="4782684" y="6065029"/>
            <a:ext cx="2627858" cy="1957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04000"/>
              </a:lnSpc>
            </a:pPr>
            <a:r>
              <a:rPr lang="zh-CN" altLang="en-US"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最多</a:t>
            </a:r>
            <a:r>
              <a:rPr lang="en-US" altLang="zh-CN"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2</a:t>
            </a:r>
            <a:r>
              <a:rPr lang="zh-CN" altLang="en-US"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次重试修正</a:t>
            </a:r>
            <a:endParaRPr lang="zh-CN" altLang="en-US"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35"/>
            </p:custDataLst>
          </p:nvPr>
        </p:nvSpPr>
        <p:spPr>
          <a:xfrm>
            <a:off x="7925666" y="1676400"/>
            <a:ext cx="3190943" cy="4877378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36"/>
            </p:custDataLst>
          </p:nvPr>
        </p:nvSpPr>
        <p:spPr>
          <a:xfrm>
            <a:off x="8103551" y="1854284"/>
            <a:ext cx="450486" cy="450486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83" name="图片 82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6250" r="-6250"/>
          <a:stretch>
            <a:fillRect/>
          </a:stretch>
        </p:blipFill>
        <p:spPr>
          <a:xfrm>
            <a:off x="8172856" y="1940916"/>
            <a:ext cx="311875" cy="277222"/>
          </a:xfrm>
          <a:prstGeom prst="rect">
            <a:avLst/>
          </a:prstGeom>
        </p:spPr>
      </p:pic>
      <p:sp>
        <p:nvSpPr>
          <p:cNvPr id="84" name="文本框 83"/>
          <p:cNvSpPr txBox="1"/>
          <p:nvPr>
            <p:custDataLst>
              <p:tags r:id="rId40"/>
            </p:custDataLst>
          </p:nvPr>
        </p:nvSpPr>
        <p:spPr>
          <a:xfrm>
            <a:off x="8658041" y="1913194"/>
            <a:ext cx="2229490" cy="3055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Layer 3: </a:t>
            </a:r>
            <a:r>
              <a:rPr lang="zh-CN" sz="21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安全审计</a:t>
            </a:r>
            <a:endParaRPr lang="zh-CN" sz="21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41"/>
            </p:custDataLst>
          </p:nvPr>
        </p:nvSpPr>
        <p:spPr>
          <a:xfrm>
            <a:off x="8103551" y="2556003"/>
            <a:ext cx="51979" cy="51979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42"/>
            </p:custDataLst>
          </p:nvPr>
        </p:nvSpPr>
        <p:spPr>
          <a:xfrm>
            <a:off x="8224882" y="2430387"/>
            <a:ext cx="1386111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敏感关键词检测</a:t>
            </a:r>
            <a:endParaRPr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43"/>
            </p:custDataLst>
          </p:nvPr>
        </p:nvSpPr>
        <p:spPr>
          <a:xfrm>
            <a:off x="8103551" y="2902531"/>
            <a:ext cx="51979" cy="51979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44"/>
            </p:custDataLst>
          </p:nvPr>
        </p:nvSpPr>
        <p:spPr>
          <a:xfrm>
            <a:off x="8224882" y="2776915"/>
            <a:ext cx="1525268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Prompt </a:t>
            </a:r>
            <a:r>
              <a:rPr lang="zh-CN"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注入防御</a:t>
            </a:r>
            <a:endParaRPr lang="zh-CN"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45"/>
            </p:custDataLst>
          </p:nvPr>
        </p:nvSpPr>
        <p:spPr>
          <a:xfrm>
            <a:off x="8103551" y="3249058"/>
            <a:ext cx="51979" cy="51979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46"/>
            </p:custDataLst>
          </p:nvPr>
        </p:nvSpPr>
        <p:spPr>
          <a:xfrm>
            <a:off x="8224882" y="3123442"/>
            <a:ext cx="1212847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幻觉内容警告</a:t>
            </a:r>
            <a:endParaRPr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47"/>
            </p:custDataLst>
          </p:nvPr>
        </p:nvSpPr>
        <p:spPr>
          <a:xfrm>
            <a:off x="8103551" y="3595586"/>
            <a:ext cx="51979" cy="51979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48"/>
            </p:custDataLst>
          </p:nvPr>
        </p:nvSpPr>
        <p:spPr>
          <a:xfrm>
            <a:off x="8224882" y="3469970"/>
            <a:ext cx="1386111" cy="278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结构化审计报告</a:t>
            </a:r>
            <a:endParaRPr sz="15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49"/>
            </p:custDataLst>
          </p:nvPr>
        </p:nvSpPr>
        <p:spPr>
          <a:xfrm>
            <a:off x="8103551" y="5744058"/>
            <a:ext cx="2835752" cy="632413"/>
          </a:xfrm>
          <a:custGeom>
            <a:avLst/>
            <a:gdLst>
              <a:gd name="sw" fmla="*/ 1 w 4910"/>
              <a:gd name="sh" fmla="*/ 1 h 1095"/>
              <a:gd name="mins" fmla="min sw sh"/>
              <a:gd name="dsw" fmla="+- 0 sw mins"/>
              <a:gd name="dsh" fmla="+- 0 sh mins"/>
              <a:gd name="p0x0" fmla="*/ 120 w 4910"/>
              <a:gd name="p0y0" fmla="*/ 0 h 1095"/>
              <a:gd name="p0x1" fmla="*/ 4790 w 4910"/>
              <a:gd name="p0y1" fmla="*/ 0 h 1095"/>
              <a:gd name="p0x2" fmla="*/ 4856 w 4910"/>
              <a:gd name="p0y2" fmla="*/ 0 h 1095"/>
              <a:gd name="p0x3" fmla="*/ 4910 w 4910"/>
              <a:gd name="p0y3" fmla="*/ 53 h 1095"/>
              <a:gd name="p0x4" fmla="*/ 4910 w 4910"/>
              <a:gd name="p0y4" fmla="*/ 120 h 1095"/>
              <a:gd name="p0x5" fmla="*/ 4910 w 4910"/>
              <a:gd name="p0y5" fmla="*/ 975 h 1095"/>
              <a:gd name="p0x6" fmla="*/ 4910 w 4910"/>
              <a:gd name="p0y6" fmla="*/ 1041 h 1095"/>
              <a:gd name="p0x7" fmla="*/ 4856 w 4910"/>
              <a:gd name="p0y7" fmla="*/ 1095 h 1095"/>
              <a:gd name="p0x8" fmla="*/ 4790 w 4910"/>
              <a:gd name="p0y8" fmla="*/ 1095 h 1095"/>
              <a:gd name="p0x9" fmla="*/ 120 w 4910"/>
              <a:gd name="p0y9" fmla="*/ 1095 h 1095"/>
              <a:gd name="p0x10" fmla="*/ 53 w 4910"/>
              <a:gd name="p0y10" fmla="*/ 1095 h 1095"/>
              <a:gd name="p0x11" fmla="*/ 0 w 4910"/>
              <a:gd name="p0y11" fmla="*/ 1041 h 1095"/>
              <a:gd name="p0x12" fmla="*/ 0 w 4910"/>
              <a:gd name="p0y12" fmla="*/ 975 h 1095"/>
              <a:gd name="p0x13" fmla="*/ 0 w 4910"/>
              <a:gd name="p0y13" fmla="*/ 120 h 1095"/>
              <a:gd name="p0x14" fmla="*/ 0 w 4910"/>
              <a:gd name="p0y14" fmla="*/ 53 h 1095"/>
              <a:gd name="p0x15" fmla="*/ 53 w 4910"/>
              <a:gd name="p0y15" fmla="*/ 0 h 1095"/>
              <a:gd name="p0x16" fmla="*/ 120 w 4910"/>
              <a:gd name="p0y16" fmla="*/ 0 h 1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50"/>
            </p:custDataLst>
          </p:nvPr>
        </p:nvSpPr>
        <p:spPr>
          <a:xfrm>
            <a:off x="8207555" y="5835455"/>
            <a:ext cx="2627858" cy="1957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04000"/>
              </a:lnSpc>
            </a:pPr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publish / draft / blocked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51"/>
            </p:custDataLst>
          </p:nvPr>
        </p:nvSpPr>
        <p:spPr>
          <a:xfrm>
            <a:off x="8207555" y="6065029"/>
            <a:ext cx="2627858" cy="1957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04000"/>
              </a:lnSpc>
            </a:pPr>
            <a:r>
              <a:rPr sz="13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证据链完整记录</a:t>
            </a:r>
            <a:endParaRPr sz="13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</p:spTree>
    <p:custDataLst>
      <p:tags r:id="rId5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1" name="图片 8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  <a:cs typeface="汉仪雅酷黑 95W" panose="00020600040101010101" charset="-122"/>
              </a:rPr>
              <a:t>13 个互动游戏 — 算法概念趣味化</a:t>
            </a:r>
            <a:endParaRPr lang="en-US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  <a:cs typeface="汉仪雅酷黑 95W" panose="00020600040101010101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"/>
            </p:custDataLst>
          </p:nvPr>
        </p:nvSpPr>
        <p:spPr>
          <a:xfrm>
            <a:off x="605675" y="1219200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1335432" y="1580807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寻宝搜索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7"/>
            </p:custDataLst>
          </p:nvPr>
        </p:nvSpPr>
        <p:spPr>
          <a:xfrm>
            <a:off x="1477545" y="1955987"/>
            <a:ext cx="852758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二分查找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8"/>
            </p:custDataLst>
          </p:nvPr>
        </p:nvSpPr>
        <p:spPr>
          <a:xfrm>
            <a:off x="3400577" y="1219200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9"/>
            </p:custDataLst>
          </p:nvPr>
        </p:nvSpPr>
        <p:spPr>
          <a:xfrm>
            <a:off x="4130334" y="1580807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断链修理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0"/>
            </p:custDataLst>
          </p:nvPr>
        </p:nvSpPr>
        <p:spPr>
          <a:xfrm>
            <a:off x="4272448" y="1955987"/>
            <a:ext cx="852758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链表操作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1"/>
            </p:custDataLst>
          </p:nvPr>
        </p:nvSpPr>
        <p:spPr>
          <a:xfrm>
            <a:off x="6195480" y="1219200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7038928" y="1580807"/>
            <a:ext cx="909603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快递柜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7152619" y="1955987"/>
            <a:ext cx="682221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哈希表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14"/>
            </p:custDataLst>
          </p:nvPr>
        </p:nvSpPr>
        <p:spPr>
          <a:xfrm>
            <a:off x="8990382" y="1219200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5"/>
            </p:custDataLst>
          </p:nvPr>
        </p:nvSpPr>
        <p:spPr>
          <a:xfrm>
            <a:off x="9720139" y="1580807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回文游戏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16"/>
            </p:custDataLst>
          </p:nvPr>
        </p:nvSpPr>
        <p:spPr>
          <a:xfrm>
            <a:off x="9947521" y="1955987"/>
            <a:ext cx="682221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字符串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17"/>
            </p:custDataLst>
          </p:nvPr>
        </p:nvSpPr>
        <p:spPr>
          <a:xfrm>
            <a:off x="605675" y="2758449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18"/>
            </p:custDataLst>
          </p:nvPr>
        </p:nvSpPr>
        <p:spPr>
          <a:xfrm>
            <a:off x="1221741" y="3120078"/>
            <a:ext cx="1364367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双指针赛跑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19"/>
            </p:custDataLst>
          </p:nvPr>
        </p:nvSpPr>
        <p:spPr>
          <a:xfrm>
            <a:off x="1562813" y="3495258"/>
            <a:ext cx="682221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双指针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20"/>
            </p:custDataLst>
          </p:nvPr>
        </p:nvSpPr>
        <p:spPr>
          <a:xfrm>
            <a:off x="3400577" y="2758449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21"/>
            </p:custDataLst>
          </p:nvPr>
        </p:nvSpPr>
        <p:spPr>
          <a:xfrm>
            <a:off x="4130334" y="3120078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食堂排队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22"/>
            </p:custDataLst>
          </p:nvPr>
        </p:nvSpPr>
        <p:spPr>
          <a:xfrm>
            <a:off x="4272448" y="3495258"/>
            <a:ext cx="852758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栈与队列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23"/>
            </p:custDataLst>
          </p:nvPr>
        </p:nvSpPr>
        <p:spPr>
          <a:xfrm>
            <a:off x="6195480" y="2758449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24"/>
            </p:custDataLst>
          </p:nvPr>
        </p:nvSpPr>
        <p:spPr>
          <a:xfrm>
            <a:off x="6925237" y="3120078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地震屏障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25"/>
            </p:custDataLst>
          </p:nvPr>
        </p:nvSpPr>
        <p:spPr>
          <a:xfrm>
            <a:off x="7152619" y="3495258"/>
            <a:ext cx="682221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单调栈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26"/>
            </p:custDataLst>
          </p:nvPr>
        </p:nvSpPr>
        <p:spPr>
          <a:xfrm>
            <a:off x="8990382" y="2758449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27"/>
            </p:custDataLst>
          </p:nvPr>
        </p:nvSpPr>
        <p:spPr>
          <a:xfrm>
            <a:off x="9720139" y="3120078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树洞探险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28"/>
            </p:custDataLst>
          </p:nvPr>
        </p:nvSpPr>
        <p:spPr>
          <a:xfrm>
            <a:off x="9947521" y="3495258"/>
            <a:ext cx="682221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二叉树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29"/>
            </p:custDataLst>
          </p:nvPr>
        </p:nvSpPr>
        <p:spPr>
          <a:xfrm>
            <a:off x="605675" y="4297698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30"/>
            </p:custDataLst>
          </p:nvPr>
        </p:nvSpPr>
        <p:spPr>
          <a:xfrm>
            <a:off x="1335432" y="4659349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回溯密室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31"/>
            </p:custDataLst>
          </p:nvPr>
        </p:nvSpPr>
        <p:spPr>
          <a:xfrm>
            <a:off x="1477545" y="5034529"/>
            <a:ext cx="852758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回溯算法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32"/>
            </p:custDataLst>
          </p:nvPr>
        </p:nvSpPr>
        <p:spPr>
          <a:xfrm>
            <a:off x="3400577" y="4297698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33"/>
            </p:custDataLst>
          </p:nvPr>
        </p:nvSpPr>
        <p:spPr>
          <a:xfrm>
            <a:off x="4016643" y="4659349"/>
            <a:ext cx="1364367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贪心快递员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34"/>
            </p:custDataLst>
          </p:nvPr>
        </p:nvSpPr>
        <p:spPr>
          <a:xfrm>
            <a:off x="4272448" y="5034529"/>
            <a:ext cx="852758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贪心算法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35"/>
            </p:custDataLst>
          </p:nvPr>
        </p:nvSpPr>
        <p:spPr>
          <a:xfrm>
            <a:off x="6195480" y="4297698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36"/>
            </p:custDataLst>
          </p:nvPr>
        </p:nvSpPr>
        <p:spPr>
          <a:xfrm>
            <a:off x="6957440" y="4659349"/>
            <a:ext cx="1072588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背包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Lite</a:t>
            </a:r>
            <a:endParaRPr lang="en-US" altLang="zh-CN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37"/>
            </p:custDataLst>
          </p:nvPr>
        </p:nvSpPr>
        <p:spPr>
          <a:xfrm>
            <a:off x="7067351" y="5034529"/>
            <a:ext cx="852758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动态规划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38"/>
            </p:custDataLst>
          </p:nvPr>
        </p:nvSpPr>
        <p:spPr>
          <a:xfrm>
            <a:off x="8990382" y="4297698"/>
            <a:ext cx="2595943" cy="1340290"/>
          </a:xfrm>
          <a:custGeom>
            <a:avLst/>
            <a:gdLst>
              <a:gd name="sw" fmla="*/ 1 w 4110"/>
              <a:gd name="sh" fmla="*/ 1 h 2122"/>
              <a:gd name="mins" fmla="min sw sh"/>
              <a:gd name="dsw" fmla="+- 0 sw mins"/>
              <a:gd name="dsh" fmla="+- 0 sh mins"/>
              <a:gd name="p0x0" fmla="*/ 120 w 4110"/>
              <a:gd name="p0y0" fmla="*/ 0 h 2122"/>
              <a:gd name="p0x1" fmla="*/ 3990 w 4110"/>
              <a:gd name="p0y1" fmla="*/ 0 h 2122"/>
              <a:gd name="p0x2" fmla="*/ 4056 w 4110"/>
              <a:gd name="p0y2" fmla="*/ 0 h 2122"/>
              <a:gd name="p0x3" fmla="*/ 4110 w 4110"/>
              <a:gd name="p0y3" fmla="*/ 53 h 2122"/>
              <a:gd name="p0x4" fmla="*/ 4110 w 4110"/>
              <a:gd name="p0y4" fmla="*/ 120 h 2122"/>
              <a:gd name="p0x5" fmla="*/ 4110 w 4110"/>
              <a:gd name="p0y5" fmla="*/ 2002 h 2122"/>
              <a:gd name="p0x6" fmla="*/ 4110 w 4110"/>
              <a:gd name="p0y6" fmla="*/ 2068 h 2122"/>
              <a:gd name="p0x7" fmla="*/ 4056 w 4110"/>
              <a:gd name="p0y7" fmla="*/ 2122 h 2122"/>
              <a:gd name="p0x8" fmla="*/ 3990 w 4110"/>
              <a:gd name="p0y8" fmla="*/ 2122 h 2122"/>
              <a:gd name="p0x9" fmla="*/ 120 w 4110"/>
              <a:gd name="p0y9" fmla="*/ 2122 h 2122"/>
              <a:gd name="p0x10" fmla="*/ 53 w 4110"/>
              <a:gd name="p0y10" fmla="*/ 2122 h 2122"/>
              <a:gd name="p0x11" fmla="*/ 0 w 4110"/>
              <a:gd name="p0y11" fmla="*/ 2068 h 2122"/>
              <a:gd name="p0x12" fmla="*/ 0 w 4110"/>
              <a:gd name="p0y12" fmla="*/ 2002 h 2122"/>
              <a:gd name="p0x13" fmla="*/ 0 w 4110"/>
              <a:gd name="p0y13" fmla="*/ 120 h 2122"/>
              <a:gd name="p0x14" fmla="*/ 0 w 4110"/>
              <a:gd name="p0y14" fmla="*/ 53 h 2122"/>
              <a:gd name="p0x15" fmla="*/ 53 w 4110"/>
              <a:gd name="p0y15" fmla="*/ 0 h 2122"/>
              <a:gd name="p0x16" fmla="*/ 120 w 4110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39"/>
            </p:custDataLst>
          </p:nvPr>
        </p:nvSpPr>
        <p:spPr>
          <a:xfrm>
            <a:off x="9720139" y="4659349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图谱探索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40"/>
            </p:custDataLst>
          </p:nvPr>
        </p:nvSpPr>
        <p:spPr>
          <a:xfrm>
            <a:off x="10032790" y="5034529"/>
            <a:ext cx="511685" cy="2065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图论</a:t>
            </a:r>
            <a:endParaRPr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41"/>
            </p:custDataLst>
          </p:nvPr>
        </p:nvSpPr>
        <p:spPr>
          <a:xfrm>
            <a:off x="605675" y="5761153"/>
            <a:ext cx="10980650" cy="792047"/>
          </a:xfrm>
          <a:custGeom>
            <a:avLst/>
            <a:gdLst>
              <a:gd name="sw" fmla="*/ 1 w 17385"/>
              <a:gd name="sh" fmla="*/ 1 h 1253"/>
              <a:gd name="mins" fmla="min sw sh"/>
              <a:gd name="dsw" fmla="+- 0 sw mins"/>
              <a:gd name="dsh" fmla="+- 0 sh mins"/>
              <a:gd name="p0x0" fmla="*/ 120 w 17385"/>
              <a:gd name="p0y0" fmla="*/ 0 h 1253"/>
              <a:gd name="p0x1" fmla="*/ 17265 w 17385"/>
              <a:gd name="p0y1" fmla="*/ 0 h 1253"/>
              <a:gd name="p0x2" fmla="*/ 17331 w 17385"/>
              <a:gd name="p0y2" fmla="*/ 0 h 1253"/>
              <a:gd name="p0x3" fmla="*/ 17385 w 17385"/>
              <a:gd name="p0y3" fmla="*/ 53 h 1253"/>
              <a:gd name="p0x4" fmla="*/ 17385 w 17385"/>
              <a:gd name="p0y4" fmla="*/ 120 h 1253"/>
              <a:gd name="p0x5" fmla="*/ 17385 w 17385"/>
              <a:gd name="p0y5" fmla="*/ 1133 h 1253"/>
              <a:gd name="p0x6" fmla="*/ 17385 w 17385"/>
              <a:gd name="p0y6" fmla="*/ 1200 h 1253"/>
              <a:gd name="p0x7" fmla="*/ 17331 w 17385"/>
              <a:gd name="p0y7" fmla="*/ 1253 h 1253"/>
              <a:gd name="p0x8" fmla="*/ 17265 w 17385"/>
              <a:gd name="p0y8" fmla="*/ 1253 h 1253"/>
              <a:gd name="p0x9" fmla="*/ 120 w 17385"/>
              <a:gd name="p0y9" fmla="*/ 1253 h 1253"/>
              <a:gd name="p0x10" fmla="*/ 53 w 17385"/>
              <a:gd name="p0y10" fmla="*/ 1253 h 1253"/>
              <a:gd name="p0x11" fmla="*/ 0 w 17385"/>
              <a:gd name="p0y11" fmla="*/ 1200 h 1253"/>
              <a:gd name="p0x12" fmla="*/ 0 w 17385"/>
              <a:gd name="p0y12" fmla="*/ 1133 h 1253"/>
              <a:gd name="p0x13" fmla="*/ 0 w 17385"/>
              <a:gd name="p0y13" fmla="*/ 120 h 1253"/>
              <a:gd name="p0x14" fmla="*/ 0 w 17385"/>
              <a:gd name="p0y14" fmla="*/ 53 h 1253"/>
              <a:gd name="p0x15" fmla="*/ 53 w 17385"/>
              <a:gd name="p0y15" fmla="*/ 0 h 1253"/>
              <a:gd name="p0x16" fmla="*/ 120 w 17385"/>
              <a:gd name="p0y16" fmla="*/ 0 h 12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42"/>
            </p:custDataLst>
          </p:nvPr>
        </p:nvSpPr>
        <p:spPr>
          <a:xfrm>
            <a:off x="2118535" y="6005943"/>
            <a:ext cx="7955552" cy="2741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ctr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游戏进度与学习进度联动追踪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—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每个游戏的完成情况自动记录到学生画像，影响路径规划和资源推荐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</p:spTree>
    <p:custDataLst>
      <p:tags r:id="rId4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</a:rPr>
              <a:t>创新价值与竞争优势</a:t>
            </a:r>
            <a:endParaRPr lang="zh-CN" altLang="en-US"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626212" y="1496376"/>
            <a:ext cx="8915978" cy="477913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9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/>
          <p:cNvSpPr txBox="1"/>
          <p:nvPr>
            <p:custDataLst>
              <p:tags r:id="rId10"/>
            </p:custDataLst>
          </p:nvPr>
        </p:nvSpPr>
        <p:spPr>
          <a:xfrm>
            <a:off x="1892883" y="1731304"/>
            <a:ext cx="8382634" cy="430927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n-US" altLang="en-US" sz="1800" spc="100">
                <a:ln w="3175">
                  <a:noFill/>
                  <a:prstDash val="dash"/>
                </a:ln>
                <a:solidFill>
                  <a:schemeClr val="lt1"/>
                </a:solidFill>
                <a:uFillTx/>
                <a:latin typeface="汉仪雅酷黑 55W" panose="00020600040101010101" charset="-122"/>
                <a:ea typeface="汉仪雅酷黑 55W" panose="00020600040101010101" charset="-122"/>
                <a:cs typeface="微软雅黑" panose="020B0503020204020204" charset="-122"/>
              </a:rPr>
              <a:t>04</a:t>
            </a:r>
            <a:endParaRPr lang="en-US" altLang="en-US" sz="1800" spc="100">
              <a:ln w="3175">
                <a:noFill/>
                <a:prstDash val="dash"/>
              </a:ln>
              <a:solidFill>
                <a:schemeClr val="lt1"/>
              </a:solidFill>
              <a:uFillTx/>
              <a:latin typeface="汉仪雅酷黑 55W" panose="00020600040101010101" charset="-122"/>
              <a:ea typeface="汉仪雅酷黑 55W" panose="00020600040101010101" charset="-122"/>
              <a:cs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9" name="图片 6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</a:rPr>
              <a:t>项目核心创新价值</a:t>
            </a:r>
            <a:endParaRPr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5"/>
            </p:custDataLst>
          </p:nvPr>
        </p:nvSpPr>
        <p:spPr>
          <a:xfrm>
            <a:off x="605991" y="1219200"/>
            <a:ext cx="3527577" cy="2072333"/>
          </a:xfrm>
          <a:custGeom>
            <a:avLst/>
            <a:gdLst>
              <a:gd name="sw" fmla="*/ 1 w 5584"/>
              <a:gd name="sh" fmla="*/ 1 h 3280"/>
              <a:gd name="mins" fmla="min sw sh"/>
              <a:gd name="dsw" fmla="+- 0 sw mins"/>
              <a:gd name="dsh" fmla="+- 0 sh mins"/>
              <a:gd name="p0x0" fmla="*/ 120 w 5584"/>
              <a:gd name="p0y0" fmla="*/ 0 h 3280"/>
              <a:gd name="p0x1" fmla="*/ 5464 w 5584"/>
              <a:gd name="p0y1" fmla="*/ 0 h 3280"/>
              <a:gd name="p0x2" fmla="*/ 5531 w 5584"/>
              <a:gd name="p0y2" fmla="*/ 0 h 3280"/>
              <a:gd name="p0x3" fmla="*/ 5584 w 5584"/>
              <a:gd name="p0y3" fmla="*/ 53 h 3280"/>
              <a:gd name="p0x4" fmla="*/ 5584 w 5584"/>
              <a:gd name="p0y4" fmla="*/ 120 h 3280"/>
              <a:gd name="p0x5" fmla="*/ 5584 w 5584"/>
              <a:gd name="p0y5" fmla="*/ 3160 h 3280"/>
              <a:gd name="p0x6" fmla="*/ 5584 w 5584"/>
              <a:gd name="p0y6" fmla="*/ 3226 h 3280"/>
              <a:gd name="p0x7" fmla="*/ 5531 w 5584"/>
              <a:gd name="p0y7" fmla="*/ 3280 h 3280"/>
              <a:gd name="p0x8" fmla="*/ 5464 w 5584"/>
              <a:gd name="p0y8" fmla="*/ 3280 h 3280"/>
              <a:gd name="p0x9" fmla="*/ 120 w 5584"/>
              <a:gd name="p0y9" fmla="*/ 3280 h 3280"/>
              <a:gd name="p0x10" fmla="*/ 53 w 5584"/>
              <a:gd name="p0y10" fmla="*/ 3280 h 3280"/>
              <a:gd name="p0x11" fmla="*/ 0 w 5584"/>
              <a:gd name="p0y11" fmla="*/ 3226 h 3280"/>
              <a:gd name="p0x12" fmla="*/ 0 w 5584"/>
              <a:gd name="p0y12" fmla="*/ 3160 h 3280"/>
              <a:gd name="p0x13" fmla="*/ 0 w 5584"/>
              <a:gd name="p0y13" fmla="*/ 120 h 3280"/>
              <a:gd name="p0x14" fmla="*/ 0 w 5584"/>
              <a:gd name="p0y14" fmla="*/ 53 h 3280"/>
              <a:gd name="p0x15" fmla="*/ 53 w 5584"/>
              <a:gd name="p0y15" fmla="*/ 0 h 3280"/>
              <a:gd name="p0x16" fmla="*/ 120 w 5584"/>
              <a:gd name="p0y16" fmla="*/ 0 h 32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6"/>
            </p:custDataLst>
          </p:nvPr>
        </p:nvSpPr>
        <p:spPr>
          <a:xfrm>
            <a:off x="800529" y="1580485"/>
            <a:ext cx="416867" cy="416867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738" t="-10152" r="-2738" b="-10152"/>
          <a:stretch>
            <a:fillRect/>
          </a:stretch>
        </p:blipFill>
        <p:spPr>
          <a:xfrm>
            <a:off x="868743" y="1661331"/>
            <a:ext cx="279806" cy="250752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10"/>
            </p:custDataLst>
          </p:nvPr>
        </p:nvSpPr>
        <p:spPr>
          <a:xfrm>
            <a:off x="1331086" y="1632176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教育创新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1"/>
            </p:custDataLst>
          </p:nvPr>
        </p:nvSpPr>
        <p:spPr>
          <a:xfrm>
            <a:off x="800529" y="2096414"/>
            <a:ext cx="3139082" cy="8223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将多智能体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AI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技术首次系统化应用于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DSA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教学，实现真正的个性化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千人千面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学习。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12"/>
            </p:custDataLst>
          </p:nvPr>
        </p:nvSpPr>
        <p:spPr>
          <a:xfrm>
            <a:off x="4332527" y="1219200"/>
            <a:ext cx="3527577" cy="2072333"/>
          </a:xfrm>
          <a:custGeom>
            <a:avLst/>
            <a:gdLst>
              <a:gd name="sw" fmla="*/ 1 w 5585"/>
              <a:gd name="sh" fmla="*/ 1 h 3280"/>
              <a:gd name="mins" fmla="min sw sh"/>
              <a:gd name="dsw" fmla="+- 0 sw mins"/>
              <a:gd name="dsh" fmla="+- 0 sh mins"/>
              <a:gd name="p0x0" fmla="*/ 120 w 5585"/>
              <a:gd name="p0y0" fmla="*/ 0 h 3280"/>
              <a:gd name="p0x1" fmla="*/ 5465 w 5585"/>
              <a:gd name="p0y1" fmla="*/ 0 h 3280"/>
              <a:gd name="p0x2" fmla="*/ 5531 w 5585"/>
              <a:gd name="p0y2" fmla="*/ 0 h 3280"/>
              <a:gd name="p0x3" fmla="*/ 5585 w 5585"/>
              <a:gd name="p0y3" fmla="*/ 53 h 3280"/>
              <a:gd name="p0x4" fmla="*/ 5585 w 5585"/>
              <a:gd name="p0y4" fmla="*/ 120 h 3280"/>
              <a:gd name="p0x5" fmla="*/ 5585 w 5585"/>
              <a:gd name="p0y5" fmla="*/ 3160 h 3280"/>
              <a:gd name="p0x6" fmla="*/ 5585 w 5585"/>
              <a:gd name="p0y6" fmla="*/ 3226 h 3280"/>
              <a:gd name="p0x7" fmla="*/ 5531 w 5585"/>
              <a:gd name="p0y7" fmla="*/ 3280 h 3280"/>
              <a:gd name="p0x8" fmla="*/ 5465 w 5585"/>
              <a:gd name="p0y8" fmla="*/ 3280 h 3280"/>
              <a:gd name="p0x9" fmla="*/ 120 w 5585"/>
              <a:gd name="p0y9" fmla="*/ 3280 h 3280"/>
              <a:gd name="p0x10" fmla="*/ 53 w 5585"/>
              <a:gd name="p0y10" fmla="*/ 3280 h 3280"/>
              <a:gd name="p0x11" fmla="*/ 0 w 5585"/>
              <a:gd name="p0y11" fmla="*/ 3226 h 3280"/>
              <a:gd name="p0x12" fmla="*/ 0 w 5585"/>
              <a:gd name="p0y12" fmla="*/ 3160 h 3280"/>
              <a:gd name="p0x13" fmla="*/ 0 w 5585"/>
              <a:gd name="p0y13" fmla="*/ 120 h 3280"/>
              <a:gd name="p0x14" fmla="*/ 0 w 5585"/>
              <a:gd name="p0y14" fmla="*/ 53 h 3280"/>
              <a:gd name="p0x15" fmla="*/ 53 w 5585"/>
              <a:gd name="p0y15" fmla="*/ 0 h 3280"/>
              <a:gd name="p0x16" fmla="*/ 120 w 5585"/>
              <a:gd name="p0y16" fmla="*/ 0 h 32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13"/>
            </p:custDataLst>
          </p:nvPr>
        </p:nvSpPr>
        <p:spPr>
          <a:xfrm>
            <a:off x="4526433" y="1580485"/>
            <a:ext cx="416867" cy="416867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4611702" y="1661331"/>
            <a:ext cx="246330" cy="250752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17"/>
            </p:custDataLst>
          </p:nvPr>
        </p:nvSpPr>
        <p:spPr>
          <a:xfrm>
            <a:off x="5057572" y="1632176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技术深度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18"/>
            </p:custDataLst>
          </p:nvPr>
        </p:nvSpPr>
        <p:spPr>
          <a:xfrm>
            <a:off x="4527014" y="2096414"/>
            <a:ext cx="3139158" cy="8223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自研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DAG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编排引擎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BM25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检索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BKT-lite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掌握度模型。无外部向量数据库依赖。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19"/>
            </p:custDataLst>
          </p:nvPr>
        </p:nvSpPr>
        <p:spPr>
          <a:xfrm>
            <a:off x="8059064" y="1219200"/>
            <a:ext cx="3527577" cy="2072333"/>
          </a:xfrm>
          <a:custGeom>
            <a:avLst/>
            <a:gdLst>
              <a:gd name="sw" fmla="*/ 1 w 5585"/>
              <a:gd name="sh" fmla="*/ 1 h 3280"/>
              <a:gd name="mins" fmla="min sw sh"/>
              <a:gd name="dsw" fmla="+- 0 sw mins"/>
              <a:gd name="dsh" fmla="+- 0 sh mins"/>
              <a:gd name="p0x0" fmla="*/ 120 w 5585"/>
              <a:gd name="p0y0" fmla="*/ 0 h 3280"/>
              <a:gd name="p0x1" fmla="*/ 5465 w 5585"/>
              <a:gd name="p0y1" fmla="*/ 0 h 3280"/>
              <a:gd name="p0x2" fmla="*/ 5531 w 5585"/>
              <a:gd name="p0y2" fmla="*/ 0 h 3280"/>
              <a:gd name="p0x3" fmla="*/ 5585 w 5585"/>
              <a:gd name="p0y3" fmla="*/ 53 h 3280"/>
              <a:gd name="p0x4" fmla="*/ 5585 w 5585"/>
              <a:gd name="p0y4" fmla="*/ 120 h 3280"/>
              <a:gd name="p0x5" fmla="*/ 5585 w 5585"/>
              <a:gd name="p0y5" fmla="*/ 3160 h 3280"/>
              <a:gd name="p0x6" fmla="*/ 5585 w 5585"/>
              <a:gd name="p0y6" fmla="*/ 3226 h 3280"/>
              <a:gd name="p0x7" fmla="*/ 5531 w 5585"/>
              <a:gd name="p0y7" fmla="*/ 3280 h 3280"/>
              <a:gd name="p0x8" fmla="*/ 5465 w 5585"/>
              <a:gd name="p0y8" fmla="*/ 3280 h 3280"/>
              <a:gd name="p0x9" fmla="*/ 120 w 5585"/>
              <a:gd name="p0y9" fmla="*/ 3280 h 3280"/>
              <a:gd name="p0x10" fmla="*/ 53 w 5585"/>
              <a:gd name="p0y10" fmla="*/ 3280 h 3280"/>
              <a:gd name="p0x11" fmla="*/ 0 w 5585"/>
              <a:gd name="p0y11" fmla="*/ 3226 h 3280"/>
              <a:gd name="p0x12" fmla="*/ 0 w 5585"/>
              <a:gd name="p0y12" fmla="*/ 3160 h 3280"/>
              <a:gd name="p0x13" fmla="*/ 0 w 5585"/>
              <a:gd name="p0y13" fmla="*/ 120 h 3280"/>
              <a:gd name="p0x14" fmla="*/ 0 w 5585"/>
              <a:gd name="p0y14" fmla="*/ 53 h 3280"/>
              <a:gd name="p0x15" fmla="*/ 53 w 5585"/>
              <a:gd name="p0y15" fmla="*/ 0 h 3280"/>
              <a:gd name="p0x16" fmla="*/ 120 w 5585"/>
              <a:gd name="p0y16" fmla="*/ 0 h 32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20"/>
            </p:custDataLst>
          </p:nvPr>
        </p:nvSpPr>
        <p:spPr>
          <a:xfrm>
            <a:off x="8252970" y="1716914"/>
            <a:ext cx="416867" cy="416867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6522" t="-2933" r="-6522" b="-2933"/>
          <a:stretch>
            <a:fillRect/>
          </a:stretch>
        </p:blipFill>
        <p:spPr>
          <a:xfrm>
            <a:off x="8338238" y="1797761"/>
            <a:ext cx="246330" cy="250752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24"/>
            </p:custDataLst>
          </p:nvPr>
        </p:nvSpPr>
        <p:spPr>
          <a:xfrm>
            <a:off x="8784133" y="1768596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安全可靠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25"/>
            </p:custDataLst>
          </p:nvPr>
        </p:nvSpPr>
        <p:spPr>
          <a:xfrm>
            <a:off x="8253576" y="2232834"/>
            <a:ext cx="3139159" cy="5482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三层防护：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AST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分析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内容验证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安全审计。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Fail-closed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策略确保质量。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26"/>
            </p:custDataLst>
          </p:nvPr>
        </p:nvSpPr>
        <p:spPr>
          <a:xfrm>
            <a:off x="605991" y="3490492"/>
            <a:ext cx="3527577" cy="2071702"/>
          </a:xfrm>
          <a:custGeom>
            <a:avLst/>
            <a:gdLst>
              <a:gd name="sw" fmla="*/ 1 w 5584"/>
              <a:gd name="sh" fmla="*/ 1 h 3280"/>
              <a:gd name="mins" fmla="min sw sh"/>
              <a:gd name="dsw" fmla="+- 0 sw mins"/>
              <a:gd name="dsh" fmla="+- 0 sh mins"/>
              <a:gd name="p0x0" fmla="*/ 120 w 5584"/>
              <a:gd name="p0y0" fmla="*/ 0 h 3280"/>
              <a:gd name="p0x1" fmla="*/ 5464 w 5584"/>
              <a:gd name="p0y1" fmla="*/ 0 h 3280"/>
              <a:gd name="p0x2" fmla="*/ 5531 w 5584"/>
              <a:gd name="p0y2" fmla="*/ 0 h 3280"/>
              <a:gd name="p0x3" fmla="*/ 5584 w 5584"/>
              <a:gd name="p0y3" fmla="*/ 53 h 3280"/>
              <a:gd name="p0x4" fmla="*/ 5584 w 5584"/>
              <a:gd name="p0y4" fmla="*/ 120 h 3280"/>
              <a:gd name="p0x5" fmla="*/ 5584 w 5584"/>
              <a:gd name="p0y5" fmla="*/ 3160 h 3280"/>
              <a:gd name="p0x6" fmla="*/ 5584 w 5584"/>
              <a:gd name="p0y6" fmla="*/ 3226 h 3280"/>
              <a:gd name="p0x7" fmla="*/ 5531 w 5584"/>
              <a:gd name="p0y7" fmla="*/ 3280 h 3280"/>
              <a:gd name="p0x8" fmla="*/ 5464 w 5584"/>
              <a:gd name="p0y8" fmla="*/ 3280 h 3280"/>
              <a:gd name="p0x9" fmla="*/ 120 w 5584"/>
              <a:gd name="p0y9" fmla="*/ 3280 h 3280"/>
              <a:gd name="p0x10" fmla="*/ 53 w 5584"/>
              <a:gd name="p0y10" fmla="*/ 3280 h 3280"/>
              <a:gd name="p0x11" fmla="*/ 0 w 5584"/>
              <a:gd name="p0y11" fmla="*/ 3226 h 3280"/>
              <a:gd name="p0x12" fmla="*/ 0 w 5584"/>
              <a:gd name="p0y12" fmla="*/ 3160 h 3280"/>
              <a:gd name="p0x13" fmla="*/ 0 w 5584"/>
              <a:gd name="p0y13" fmla="*/ 120 h 3280"/>
              <a:gd name="p0x14" fmla="*/ 0 w 5584"/>
              <a:gd name="p0y14" fmla="*/ 53 h 3280"/>
              <a:gd name="p0x15" fmla="*/ 53 w 5584"/>
              <a:gd name="p0y15" fmla="*/ 0 h 3280"/>
              <a:gd name="p0x16" fmla="*/ 120 w 5584"/>
              <a:gd name="p0y16" fmla="*/ 0 h 32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27"/>
            </p:custDataLst>
          </p:nvPr>
        </p:nvSpPr>
        <p:spPr>
          <a:xfrm>
            <a:off x="800529" y="3988206"/>
            <a:ext cx="416867" cy="416867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59" name="图片 58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85797" y="4068421"/>
            <a:ext cx="246330" cy="251383"/>
          </a:xfrm>
          <a:prstGeom prst="rect">
            <a:avLst/>
          </a:prstGeom>
        </p:spPr>
      </p:pic>
      <p:sp>
        <p:nvSpPr>
          <p:cNvPr id="60" name="文本框 59"/>
          <p:cNvSpPr txBox="1"/>
          <p:nvPr>
            <p:custDataLst>
              <p:tags r:id="rId31"/>
            </p:custDataLst>
          </p:nvPr>
        </p:nvSpPr>
        <p:spPr>
          <a:xfrm>
            <a:off x="1331086" y="4039601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完整闭环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32"/>
            </p:custDataLst>
          </p:nvPr>
        </p:nvSpPr>
        <p:spPr>
          <a:xfrm>
            <a:off x="800529" y="4503839"/>
            <a:ext cx="3154999" cy="5482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画像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路径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学习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评测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诊断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记忆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掌握度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→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路径重规划。端到端学习闭环。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33"/>
            </p:custDataLst>
          </p:nvPr>
        </p:nvSpPr>
        <p:spPr>
          <a:xfrm>
            <a:off x="4332527" y="3490492"/>
            <a:ext cx="3527577" cy="2071702"/>
          </a:xfrm>
          <a:custGeom>
            <a:avLst/>
            <a:gdLst>
              <a:gd name="sw" fmla="*/ 1 w 5585"/>
              <a:gd name="sh" fmla="*/ 1 h 3280"/>
              <a:gd name="mins" fmla="min sw sh"/>
              <a:gd name="dsw" fmla="+- 0 sw mins"/>
              <a:gd name="dsh" fmla="+- 0 sh mins"/>
              <a:gd name="p0x0" fmla="*/ 120 w 5585"/>
              <a:gd name="p0y0" fmla="*/ 0 h 3280"/>
              <a:gd name="p0x1" fmla="*/ 5465 w 5585"/>
              <a:gd name="p0y1" fmla="*/ 0 h 3280"/>
              <a:gd name="p0x2" fmla="*/ 5531 w 5585"/>
              <a:gd name="p0y2" fmla="*/ 0 h 3280"/>
              <a:gd name="p0x3" fmla="*/ 5585 w 5585"/>
              <a:gd name="p0y3" fmla="*/ 53 h 3280"/>
              <a:gd name="p0x4" fmla="*/ 5585 w 5585"/>
              <a:gd name="p0y4" fmla="*/ 120 h 3280"/>
              <a:gd name="p0x5" fmla="*/ 5585 w 5585"/>
              <a:gd name="p0y5" fmla="*/ 3160 h 3280"/>
              <a:gd name="p0x6" fmla="*/ 5585 w 5585"/>
              <a:gd name="p0y6" fmla="*/ 3226 h 3280"/>
              <a:gd name="p0x7" fmla="*/ 5531 w 5585"/>
              <a:gd name="p0y7" fmla="*/ 3280 h 3280"/>
              <a:gd name="p0x8" fmla="*/ 5465 w 5585"/>
              <a:gd name="p0y8" fmla="*/ 3280 h 3280"/>
              <a:gd name="p0x9" fmla="*/ 120 w 5585"/>
              <a:gd name="p0y9" fmla="*/ 3280 h 3280"/>
              <a:gd name="p0x10" fmla="*/ 53 w 5585"/>
              <a:gd name="p0y10" fmla="*/ 3280 h 3280"/>
              <a:gd name="p0x11" fmla="*/ 0 w 5585"/>
              <a:gd name="p0y11" fmla="*/ 3226 h 3280"/>
              <a:gd name="p0x12" fmla="*/ 0 w 5585"/>
              <a:gd name="p0y12" fmla="*/ 3160 h 3280"/>
              <a:gd name="p0x13" fmla="*/ 0 w 5585"/>
              <a:gd name="p0y13" fmla="*/ 120 h 3280"/>
              <a:gd name="p0x14" fmla="*/ 0 w 5585"/>
              <a:gd name="p0y14" fmla="*/ 53 h 3280"/>
              <a:gd name="p0x15" fmla="*/ 53 w 5585"/>
              <a:gd name="p0y15" fmla="*/ 0 h 3280"/>
              <a:gd name="p0x16" fmla="*/ 120 w 5585"/>
              <a:gd name="p0y16" fmla="*/ 0 h 32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34"/>
            </p:custDataLst>
          </p:nvPr>
        </p:nvSpPr>
        <p:spPr>
          <a:xfrm>
            <a:off x="4526433" y="3851777"/>
            <a:ext cx="416867" cy="416867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62" name="图片 61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4691" t="-1026" r="-4691" b="-1026"/>
          <a:stretch>
            <a:fillRect/>
          </a:stretch>
        </p:blipFill>
        <p:spPr>
          <a:xfrm>
            <a:off x="4595280" y="3931992"/>
            <a:ext cx="279806" cy="251383"/>
          </a:xfrm>
          <a:prstGeom prst="rect">
            <a:avLst/>
          </a:prstGeom>
        </p:spPr>
      </p:pic>
      <p:sp>
        <p:nvSpPr>
          <p:cNvPr id="63" name="文本框 62"/>
          <p:cNvSpPr txBox="1"/>
          <p:nvPr>
            <p:custDataLst>
              <p:tags r:id="rId38"/>
            </p:custDataLst>
          </p:nvPr>
        </p:nvSpPr>
        <p:spPr>
          <a:xfrm>
            <a:off x="5057572" y="3903181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用户体验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39"/>
            </p:custDataLst>
          </p:nvPr>
        </p:nvSpPr>
        <p:spPr>
          <a:xfrm>
            <a:off x="4527014" y="4367419"/>
            <a:ext cx="3139158" cy="5482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33000"/>
              </a:lnSpc>
            </a:pP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暗色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IDE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主题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流畅动画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+ 13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个互动游戏。代码追踪可视化让算法执行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看得见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"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。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0"/>
            </p:custDataLst>
          </p:nvPr>
        </p:nvSpPr>
        <p:spPr>
          <a:xfrm>
            <a:off x="8059064" y="3490492"/>
            <a:ext cx="3527577" cy="2071702"/>
          </a:xfrm>
          <a:custGeom>
            <a:avLst/>
            <a:gdLst>
              <a:gd name="sw" fmla="*/ 1 w 5585"/>
              <a:gd name="sh" fmla="*/ 1 h 3280"/>
              <a:gd name="mins" fmla="min sw sh"/>
              <a:gd name="dsw" fmla="+- 0 sw mins"/>
              <a:gd name="dsh" fmla="+- 0 sh mins"/>
              <a:gd name="p0x0" fmla="*/ 120 w 5585"/>
              <a:gd name="p0y0" fmla="*/ 0 h 3280"/>
              <a:gd name="p0x1" fmla="*/ 5465 w 5585"/>
              <a:gd name="p0y1" fmla="*/ 0 h 3280"/>
              <a:gd name="p0x2" fmla="*/ 5531 w 5585"/>
              <a:gd name="p0y2" fmla="*/ 0 h 3280"/>
              <a:gd name="p0x3" fmla="*/ 5585 w 5585"/>
              <a:gd name="p0y3" fmla="*/ 53 h 3280"/>
              <a:gd name="p0x4" fmla="*/ 5585 w 5585"/>
              <a:gd name="p0y4" fmla="*/ 120 h 3280"/>
              <a:gd name="p0x5" fmla="*/ 5585 w 5585"/>
              <a:gd name="p0y5" fmla="*/ 3160 h 3280"/>
              <a:gd name="p0x6" fmla="*/ 5585 w 5585"/>
              <a:gd name="p0y6" fmla="*/ 3226 h 3280"/>
              <a:gd name="p0x7" fmla="*/ 5531 w 5585"/>
              <a:gd name="p0y7" fmla="*/ 3280 h 3280"/>
              <a:gd name="p0x8" fmla="*/ 5465 w 5585"/>
              <a:gd name="p0y8" fmla="*/ 3280 h 3280"/>
              <a:gd name="p0x9" fmla="*/ 120 w 5585"/>
              <a:gd name="p0y9" fmla="*/ 3280 h 3280"/>
              <a:gd name="p0x10" fmla="*/ 53 w 5585"/>
              <a:gd name="p0y10" fmla="*/ 3280 h 3280"/>
              <a:gd name="p0x11" fmla="*/ 0 w 5585"/>
              <a:gd name="p0y11" fmla="*/ 3226 h 3280"/>
              <a:gd name="p0x12" fmla="*/ 0 w 5585"/>
              <a:gd name="p0y12" fmla="*/ 3160 h 3280"/>
              <a:gd name="p0x13" fmla="*/ 0 w 5585"/>
              <a:gd name="p0y13" fmla="*/ 120 h 3280"/>
              <a:gd name="p0x14" fmla="*/ 0 w 5585"/>
              <a:gd name="p0y14" fmla="*/ 53 h 3280"/>
              <a:gd name="p0x15" fmla="*/ 53 w 5585"/>
              <a:gd name="p0y15" fmla="*/ 0 h 3280"/>
              <a:gd name="p0x16" fmla="*/ 120 w 5585"/>
              <a:gd name="p0y16" fmla="*/ 0 h 32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41"/>
            </p:custDataLst>
          </p:nvPr>
        </p:nvSpPr>
        <p:spPr>
          <a:xfrm>
            <a:off x="8252970" y="3988206"/>
            <a:ext cx="416867" cy="416867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4167" t="-5278" r="-4167" b="-5278"/>
          <a:stretch>
            <a:fillRect/>
          </a:stretch>
        </p:blipFill>
        <p:spPr>
          <a:xfrm>
            <a:off x="8338238" y="4068421"/>
            <a:ext cx="246330" cy="251383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45"/>
            </p:custDataLst>
          </p:nvPr>
        </p:nvSpPr>
        <p:spPr>
          <a:xfrm>
            <a:off x="8784133" y="4039601"/>
            <a:ext cx="1136985" cy="2861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可部署性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46"/>
            </p:custDataLst>
          </p:nvPr>
        </p:nvSpPr>
        <p:spPr>
          <a:xfrm>
            <a:off x="8253576" y="4503839"/>
            <a:ext cx="3139159" cy="5482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33000"/>
              </a:lnSpc>
            </a:pPr>
            <a:r>
              <a:rPr lang="en-US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PyInstaller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单文件打包，</a:t>
            </a:r>
            <a:r>
              <a:rPr lang="en-US" altLang="zh-CN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start.bat </a:t>
            </a:r>
            <a:r>
              <a:rPr lang="zh-CN" altLang="en-US" sz="13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一键启动。零配置部署，降低使用门槛。</a:t>
            </a:r>
            <a:endParaRPr lang="zh-CN" altLang="en-US" sz="13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47"/>
            </p:custDataLst>
          </p:nvPr>
        </p:nvSpPr>
        <p:spPr>
          <a:xfrm>
            <a:off x="605991" y="5761153"/>
            <a:ext cx="10980650" cy="792047"/>
          </a:xfrm>
          <a:custGeom>
            <a:avLst/>
            <a:gdLst>
              <a:gd name="sw" fmla="*/ 1 w 17385"/>
              <a:gd name="sh" fmla="*/ 1 h 1253"/>
              <a:gd name="mins" fmla="min sw sh"/>
              <a:gd name="dsw" fmla="+- 0 sw mins"/>
              <a:gd name="dsh" fmla="+- 0 sh mins"/>
              <a:gd name="p0x0" fmla="*/ 120 w 17385"/>
              <a:gd name="p0y0" fmla="*/ 0 h 1253"/>
              <a:gd name="p0x1" fmla="*/ 17265 w 17385"/>
              <a:gd name="p0y1" fmla="*/ 0 h 1253"/>
              <a:gd name="p0x2" fmla="*/ 17331 w 17385"/>
              <a:gd name="p0y2" fmla="*/ 0 h 1253"/>
              <a:gd name="p0x3" fmla="*/ 17385 w 17385"/>
              <a:gd name="p0y3" fmla="*/ 53 h 1253"/>
              <a:gd name="p0x4" fmla="*/ 17385 w 17385"/>
              <a:gd name="p0y4" fmla="*/ 120 h 1253"/>
              <a:gd name="p0x5" fmla="*/ 17385 w 17385"/>
              <a:gd name="p0y5" fmla="*/ 1133 h 1253"/>
              <a:gd name="p0x6" fmla="*/ 17385 w 17385"/>
              <a:gd name="p0y6" fmla="*/ 1200 h 1253"/>
              <a:gd name="p0x7" fmla="*/ 17331 w 17385"/>
              <a:gd name="p0y7" fmla="*/ 1253 h 1253"/>
              <a:gd name="p0x8" fmla="*/ 17265 w 17385"/>
              <a:gd name="p0y8" fmla="*/ 1253 h 1253"/>
              <a:gd name="p0x9" fmla="*/ 120 w 17385"/>
              <a:gd name="p0y9" fmla="*/ 1253 h 1253"/>
              <a:gd name="p0x10" fmla="*/ 53 w 17385"/>
              <a:gd name="p0y10" fmla="*/ 1253 h 1253"/>
              <a:gd name="p0x11" fmla="*/ 0 w 17385"/>
              <a:gd name="p0y11" fmla="*/ 1200 h 1253"/>
              <a:gd name="p0x12" fmla="*/ 0 w 17385"/>
              <a:gd name="p0y12" fmla="*/ 1133 h 1253"/>
              <a:gd name="p0x13" fmla="*/ 0 w 17385"/>
              <a:gd name="p0y13" fmla="*/ 120 h 1253"/>
              <a:gd name="p0x14" fmla="*/ 0 w 17385"/>
              <a:gd name="p0y14" fmla="*/ 53 h 1253"/>
              <a:gd name="p0x15" fmla="*/ 53 w 17385"/>
              <a:gd name="p0y15" fmla="*/ 0 h 1253"/>
              <a:gd name="p0x16" fmla="*/ 120 w 17385"/>
              <a:gd name="p0y16" fmla="*/ 0 h 12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48"/>
            </p:custDataLst>
          </p:nvPr>
        </p:nvSpPr>
        <p:spPr>
          <a:xfrm>
            <a:off x="909701" y="5809816"/>
            <a:ext cx="10373777" cy="668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核心竞争力</a:t>
            </a:r>
            <a:r>
              <a:rPr lang="zh-CN" sz="21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：自研多智能体编排引擎</a:t>
            </a:r>
            <a:r>
              <a:rPr lang="en-US" altLang="zh-CN" sz="21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</a:t>
            </a:r>
            <a:r>
              <a:rPr lang="zh-CN" altLang="en-US" sz="21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反幻觉验证管线</a:t>
            </a:r>
            <a:r>
              <a:rPr lang="en-US" altLang="zh-CN" sz="21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</a:t>
            </a:r>
            <a:r>
              <a:rPr lang="zh-CN" altLang="en-US" sz="21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代码追踪可视化</a:t>
            </a:r>
            <a:r>
              <a:rPr lang="en-US" altLang="zh-CN" sz="21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= </a:t>
            </a:r>
            <a:r>
              <a:rPr lang="zh-CN" altLang="en-US" sz="21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可信赖的</a:t>
            </a:r>
            <a:r>
              <a:rPr lang="en-US" altLang="zh-CN" sz="21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AI </a:t>
            </a:r>
            <a:r>
              <a:rPr lang="zh-CN" altLang="en-US" sz="21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教育系统</a:t>
            </a:r>
            <a:endParaRPr lang="zh-CN" altLang="en-US" sz="2100" b="1">
              <a:solidFill>
                <a:srgbClr val="000000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</p:spTree>
    <p:custDataLst>
      <p:tags r:id="rId4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9" name="图片 23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</a:rPr>
              <a:t>技术架构全景</a:t>
            </a:r>
            <a:endParaRPr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5"/>
            </p:custDataLst>
          </p:nvPr>
        </p:nvSpPr>
        <p:spPr>
          <a:xfrm>
            <a:off x="605025" y="1219200"/>
            <a:ext cx="4817277" cy="164555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120 w 7625"/>
              <a:gd name="p0y0" fmla="*/ 0 h 2604"/>
              <a:gd name="p0x1" fmla="*/ 7505 w 7625"/>
              <a:gd name="p0y1" fmla="*/ 0 h 2604"/>
              <a:gd name="p0x2" fmla="*/ 7572 w 7625"/>
              <a:gd name="p0y2" fmla="*/ 0 h 2604"/>
              <a:gd name="p0x3" fmla="*/ 7625 w 7625"/>
              <a:gd name="p0y3" fmla="*/ 53 h 2604"/>
              <a:gd name="p0x4" fmla="*/ 7625 w 7625"/>
              <a:gd name="p0y4" fmla="*/ 120 h 2604"/>
              <a:gd name="p0x5" fmla="*/ 7625 w 7625"/>
              <a:gd name="p0y5" fmla="*/ 2484 h 2604"/>
              <a:gd name="p0x6" fmla="*/ 7625 w 7625"/>
              <a:gd name="p0y6" fmla="*/ 2551 h 2604"/>
              <a:gd name="p0x7" fmla="*/ 7572 w 7625"/>
              <a:gd name="p0y7" fmla="*/ 2604 h 2604"/>
              <a:gd name="p0x8" fmla="*/ 7505 w 7625"/>
              <a:gd name="p0y8" fmla="*/ 2604 h 2604"/>
              <a:gd name="p0x9" fmla="*/ 120 w 7625"/>
              <a:gd name="p0y9" fmla="*/ 2604 h 2604"/>
              <a:gd name="p0x10" fmla="*/ 53 w 7625"/>
              <a:gd name="p0y10" fmla="*/ 2604 h 2604"/>
              <a:gd name="p0x11" fmla="*/ 0 w 7625"/>
              <a:gd name="p0y11" fmla="*/ 2551 h 2604"/>
              <a:gd name="p0x12" fmla="*/ 0 w 7625"/>
              <a:gd name="p0y12" fmla="*/ 2484 h 2604"/>
              <a:gd name="p0x13" fmla="*/ 0 w 7625"/>
              <a:gd name="p0y13" fmla="*/ 120 h 2604"/>
              <a:gd name="p0x14" fmla="*/ 0 w 7625"/>
              <a:gd name="p0y14" fmla="*/ 53 h 2604"/>
              <a:gd name="p0x15" fmla="*/ 53 w 7625"/>
              <a:gd name="p0y15" fmla="*/ 0 h 2604"/>
              <a:gd name="p0x16" fmla="*/ 12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6"/>
            </p:custDataLst>
          </p:nvPr>
        </p:nvSpPr>
        <p:spPr>
          <a:xfrm>
            <a:off x="799586" y="1413761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65" name="图片 16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366" t="-10303" r="-2366" b="-10303"/>
          <a:stretch>
            <a:fillRect/>
          </a:stretch>
        </p:blipFill>
        <p:spPr>
          <a:xfrm>
            <a:off x="853911" y="1493986"/>
            <a:ext cx="307634" cy="251413"/>
          </a:xfrm>
          <a:prstGeom prst="rect">
            <a:avLst/>
          </a:prstGeom>
        </p:spPr>
      </p:pic>
      <p:sp>
        <p:nvSpPr>
          <p:cNvPr id="166" name="文本框 165"/>
          <p:cNvSpPr txBox="1"/>
          <p:nvPr>
            <p:custDataLst>
              <p:tags r:id="rId10"/>
            </p:custDataLst>
          </p:nvPr>
        </p:nvSpPr>
        <p:spPr>
          <a:xfrm>
            <a:off x="1330206" y="1464928"/>
            <a:ext cx="1738142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Frontend </a:t>
            </a:r>
            <a:r>
              <a:rPr 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前端</a:t>
            </a:r>
            <a:endParaRPr lang="zh-CN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11"/>
            </p:custDataLst>
          </p:nvPr>
        </p:nvSpPr>
        <p:spPr>
          <a:xfrm>
            <a:off x="799586" y="1944381"/>
            <a:ext cx="707494" cy="274786"/>
          </a:xfrm>
          <a:custGeom>
            <a:avLst/>
            <a:gdLst>
              <a:gd name="sw" fmla="*/ 1 w 1120"/>
              <a:gd name="sh" fmla="*/ 1 h 435"/>
              <a:gd name="mins" fmla="min sw sh"/>
              <a:gd name="dsw" fmla="+- 0 sw mins"/>
              <a:gd name="dsh" fmla="+- 0 sh mins"/>
              <a:gd name="p0x0" fmla="*/ 60 w 1120"/>
              <a:gd name="p0y0" fmla="*/ 0 h 435"/>
              <a:gd name="p0x1" fmla="*/ 1060 w 1120"/>
              <a:gd name="p0y1" fmla="*/ 0 h 435"/>
              <a:gd name="p0x2" fmla="*/ 1093 w 1120"/>
              <a:gd name="p0y2" fmla="*/ 0 h 435"/>
              <a:gd name="p0x3" fmla="*/ 1120 w 1120"/>
              <a:gd name="p0y3" fmla="*/ 26 h 435"/>
              <a:gd name="p0x4" fmla="*/ 1120 w 1120"/>
              <a:gd name="p0y4" fmla="*/ 60 h 435"/>
              <a:gd name="p0x5" fmla="*/ 1120 w 1120"/>
              <a:gd name="p0y5" fmla="*/ 375 h 435"/>
              <a:gd name="p0x6" fmla="*/ 1120 w 1120"/>
              <a:gd name="p0y6" fmla="*/ 408 h 435"/>
              <a:gd name="p0x7" fmla="*/ 1093 w 1120"/>
              <a:gd name="p0y7" fmla="*/ 435 h 435"/>
              <a:gd name="p0x8" fmla="*/ 1060 w 1120"/>
              <a:gd name="p0y8" fmla="*/ 435 h 435"/>
              <a:gd name="p0x9" fmla="*/ 60 w 1120"/>
              <a:gd name="p0y9" fmla="*/ 435 h 435"/>
              <a:gd name="p0x10" fmla="*/ 26 w 1120"/>
              <a:gd name="p0y10" fmla="*/ 435 h 435"/>
              <a:gd name="p0x11" fmla="*/ 0 w 1120"/>
              <a:gd name="p0y11" fmla="*/ 408 h 435"/>
              <a:gd name="p0x12" fmla="*/ 0 w 1120"/>
              <a:gd name="p0y12" fmla="*/ 375 h 435"/>
              <a:gd name="p0x13" fmla="*/ 0 w 1120"/>
              <a:gd name="p0y13" fmla="*/ 60 h 435"/>
              <a:gd name="p0x14" fmla="*/ 0 w 1120"/>
              <a:gd name="p0y14" fmla="*/ 26 h 435"/>
              <a:gd name="p0x15" fmla="*/ 26 w 1120"/>
              <a:gd name="p0y15" fmla="*/ 0 h 435"/>
              <a:gd name="p0x16" fmla="*/ 60 w 1120"/>
              <a:gd name="p0y16" fmla="*/ 0 h 435"/>
            </a:gdLst>
            <a:ahLst/>
            <a:cxnLst/>
            <a:pathLst>
              <a:path w="1120" h="435">
                <a:moveTo>
                  <a:pt x="60" y="0"/>
                </a:moveTo>
                <a:lnTo>
                  <a:pt x="1060" y="0"/>
                </a:lnTo>
                <a:cubicBezTo>
                  <a:pt x="1093" y="0"/>
                  <a:pt x="1120" y="27"/>
                  <a:pt x="1120" y="60"/>
                </a:cubicBezTo>
                <a:lnTo>
                  <a:pt x="1120" y="375"/>
                </a:lnTo>
                <a:cubicBezTo>
                  <a:pt x="1120" y="408"/>
                  <a:pt x="1093" y="435"/>
                  <a:pt x="1060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7" name="文本框 166"/>
          <p:cNvSpPr txBox="1"/>
          <p:nvPr>
            <p:custDataLst>
              <p:tags r:id="rId12"/>
            </p:custDataLst>
          </p:nvPr>
        </p:nvSpPr>
        <p:spPr>
          <a:xfrm>
            <a:off x="875389" y="1982283"/>
            <a:ext cx="707914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Vue 3.5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13"/>
            </p:custDataLst>
          </p:nvPr>
        </p:nvSpPr>
        <p:spPr>
          <a:xfrm>
            <a:off x="1526030" y="1944381"/>
            <a:ext cx="1063768" cy="274786"/>
          </a:xfrm>
          <a:custGeom>
            <a:avLst/>
            <a:gdLst>
              <a:gd name="sw" fmla="*/ 1 w 1683"/>
              <a:gd name="sh" fmla="*/ 1 h 435"/>
              <a:gd name="mins" fmla="min sw sh"/>
              <a:gd name="dsw" fmla="+- 0 sw mins"/>
              <a:gd name="dsh" fmla="+- 0 sh mins"/>
              <a:gd name="p0x0" fmla="*/ 60 w 1683"/>
              <a:gd name="p0y0" fmla="*/ 0 h 435"/>
              <a:gd name="p0x1" fmla="*/ 1623 w 1683"/>
              <a:gd name="p0y1" fmla="*/ 0 h 435"/>
              <a:gd name="p0x2" fmla="*/ 1656 w 1683"/>
              <a:gd name="p0y2" fmla="*/ 0 h 435"/>
              <a:gd name="p0x3" fmla="*/ 1683 w 1683"/>
              <a:gd name="p0y3" fmla="*/ 26 h 435"/>
              <a:gd name="p0x4" fmla="*/ 1683 w 1683"/>
              <a:gd name="p0y4" fmla="*/ 60 h 435"/>
              <a:gd name="p0x5" fmla="*/ 1683 w 1683"/>
              <a:gd name="p0y5" fmla="*/ 375 h 435"/>
              <a:gd name="p0x6" fmla="*/ 1683 w 1683"/>
              <a:gd name="p0y6" fmla="*/ 408 h 435"/>
              <a:gd name="p0x7" fmla="*/ 1656 w 1683"/>
              <a:gd name="p0y7" fmla="*/ 435 h 435"/>
              <a:gd name="p0x8" fmla="*/ 1623 w 1683"/>
              <a:gd name="p0y8" fmla="*/ 435 h 435"/>
              <a:gd name="p0x9" fmla="*/ 60 w 1683"/>
              <a:gd name="p0y9" fmla="*/ 435 h 435"/>
              <a:gd name="p0x10" fmla="*/ 26 w 1683"/>
              <a:gd name="p0y10" fmla="*/ 435 h 435"/>
              <a:gd name="p0x11" fmla="*/ 0 w 1683"/>
              <a:gd name="p0y11" fmla="*/ 408 h 435"/>
              <a:gd name="p0x12" fmla="*/ 0 w 1683"/>
              <a:gd name="p0y12" fmla="*/ 375 h 435"/>
              <a:gd name="p0x13" fmla="*/ 0 w 1683"/>
              <a:gd name="p0y13" fmla="*/ 60 h 435"/>
              <a:gd name="p0x14" fmla="*/ 0 w 1683"/>
              <a:gd name="p0y14" fmla="*/ 26 h 435"/>
              <a:gd name="p0x15" fmla="*/ 26 w 1683"/>
              <a:gd name="p0y15" fmla="*/ 0 h 435"/>
              <a:gd name="p0x16" fmla="*/ 60 w 1683"/>
              <a:gd name="p0y16" fmla="*/ 0 h 435"/>
            </a:gdLst>
            <a:ahLst/>
            <a:cxnLst/>
            <a:pathLst>
              <a:path w="1684" h="435">
                <a:moveTo>
                  <a:pt x="60" y="0"/>
                </a:moveTo>
                <a:lnTo>
                  <a:pt x="1624" y="0"/>
                </a:lnTo>
                <a:cubicBezTo>
                  <a:pt x="1657" y="0"/>
                  <a:pt x="1684" y="27"/>
                  <a:pt x="1684" y="60"/>
                </a:cubicBezTo>
                <a:lnTo>
                  <a:pt x="1684" y="375"/>
                </a:lnTo>
                <a:cubicBezTo>
                  <a:pt x="1684" y="408"/>
                  <a:pt x="1657" y="435"/>
                  <a:pt x="1624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8" name="文本框 167"/>
          <p:cNvSpPr txBox="1"/>
          <p:nvPr>
            <p:custDataLst>
              <p:tags r:id="rId14"/>
            </p:custDataLst>
          </p:nvPr>
        </p:nvSpPr>
        <p:spPr>
          <a:xfrm>
            <a:off x="1602253" y="1982283"/>
            <a:ext cx="1063392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TypeScript 6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5" name="任意多边形 124"/>
          <p:cNvSpPr/>
          <p:nvPr>
            <p:custDataLst>
              <p:tags r:id="rId15"/>
            </p:custDataLst>
          </p:nvPr>
        </p:nvSpPr>
        <p:spPr>
          <a:xfrm>
            <a:off x="2608749" y="1944381"/>
            <a:ext cx="565995" cy="274786"/>
          </a:xfrm>
          <a:custGeom>
            <a:avLst/>
            <a:gdLst>
              <a:gd name="sw" fmla="*/ 1 w 896"/>
              <a:gd name="sh" fmla="*/ 1 h 435"/>
              <a:gd name="mins" fmla="min sw sh"/>
              <a:gd name="dsw" fmla="+- 0 sw mins"/>
              <a:gd name="dsh" fmla="+- 0 sh mins"/>
              <a:gd name="p0x0" fmla="*/ 60 w 896"/>
              <a:gd name="p0y0" fmla="*/ 0 h 435"/>
              <a:gd name="p0x1" fmla="*/ 836 w 896"/>
              <a:gd name="p0y1" fmla="*/ 0 h 435"/>
              <a:gd name="p0x2" fmla="*/ 869 w 896"/>
              <a:gd name="p0y2" fmla="*/ 0 h 435"/>
              <a:gd name="p0x3" fmla="*/ 896 w 896"/>
              <a:gd name="p0y3" fmla="*/ 26 h 435"/>
              <a:gd name="p0x4" fmla="*/ 896 w 896"/>
              <a:gd name="p0y4" fmla="*/ 60 h 435"/>
              <a:gd name="p0x5" fmla="*/ 896 w 896"/>
              <a:gd name="p0y5" fmla="*/ 375 h 435"/>
              <a:gd name="p0x6" fmla="*/ 896 w 896"/>
              <a:gd name="p0y6" fmla="*/ 408 h 435"/>
              <a:gd name="p0x7" fmla="*/ 869 w 896"/>
              <a:gd name="p0y7" fmla="*/ 435 h 435"/>
              <a:gd name="p0x8" fmla="*/ 836 w 896"/>
              <a:gd name="p0y8" fmla="*/ 435 h 435"/>
              <a:gd name="p0x9" fmla="*/ 60 w 896"/>
              <a:gd name="p0y9" fmla="*/ 435 h 435"/>
              <a:gd name="p0x10" fmla="*/ 26 w 896"/>
              <a:gd name="p0y10" fmla="*/ 435 h 435"/>
              <a:gd name="p0x11" fmla="*/ 0 w 896"/>
              <a:gd name="p0y11" fmla="*/ 408 h 435"/>
              <a:gd name="p0x12" fmla="*/ 0 w 896"/>
              <a:gd name="p0y12" fmla="*/ 375 h 435"/>
              <a:gd name="p0x13" fmla="*/ 0 w 896"/>
              <a:gd name="p0y13" fmla="*/ 60 h 435"/>
              <a:gd name="p0x14" fmla="*/ 0 w 896"/>
              <a:gd name="p0y14" fmla="*/ 26 h 435"/>
              <a:gd name="p0x15" fmla="*/ 26 w 896"/>
              <a:gd name="p0y15" fmla="*/ 0 h 435"/>
              <a:gd name="p0x16" fmla="*/ 60 w 896"/>
              <a:gd name="p0y16" fmla="*/ 0 h 435"/>
            </a:gdLst>
            <a:ahLst/>
            <a:cxnLst/>
            <a:pathLst>
              <a:path w="896" h="435">
                <a:moveTo>
                  <a:pt x="60" y="0"/>
                </a:moveTo>
                <a:lnTo>
                  <a:pt x="836" y="0"/>
                </a:lnTo>
                <a:cubicBezTo>
                  <a:pt x="869" y="0"/>
                  <a:pt x="896" y="27"/>
                  <a:pt x="896" y="60"/>
                </a:cubicBezTo>
                <a:lnTo>
                  <a:pt x="896" y="375"/>
                </a:lnTo>
                <a:cubicBezTo>
                  <a:pt x="896" y="408"/>
                  <a:pt x="869" y="435"/>
                  <a:pt x="836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9" name="文本框 168"/>
          <p:cNvSpPr txBox="1"/>
          <p:nvPr>
            <p:custDataLst>
              <p:tags r:id="rId16"/>
            </p:custDataLst>
          </p:nvPr>
        </p:nvSpPr>
        <p:spPr>
          <a:xfrm>
            <a:off x="2684597" y="1982283"/>
            <a:ext cx="5663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Vite 8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6" name="任意多边形 125"/>
          <p:cNvSpPr/>
          <p:nvPr>
            <p:custDataLst>
              <p:tags r:id="rId17"/>
            </p:custDataLst>
          </p:nvPr>
        </p:nvSpPr>
        <p:spPr>
          <a:xfrm>
            <a:off x="3193695" y="1944381"/>
            <a:ext cx="1095984" cy="274786"/>
          </a:xfrm>
          <a:custGeom>
            <a:avLst/>
            <a:gdLst>
              <a:gd name="sw" fmla="*/ 1 w 1734"/>
              <a:gd name="sh" fmla="*/ 1 h 435"/>
              <a:gd name="mins" fmla="min sw sh"/>
              <a:gd name="dsw" fmla="+- 0 sw mins"/>
              <a:gd name="dsh" fmla="+- 0 sh mins"/>
              <a:gd name="p0x0" fmla="*/ 60 w 1734"/>
              <a:gd name="p0y0" fmla="*/ 0 h 435"/>
              <a:gd name="p0x1" fmla="*/ 1674 w 1734"/>
              <a:gd name="p0y1" fmla="*/ 0 h 435"/>
              <a:gd name="p0x2" fmla="*/ 1707 w 1734"/>
              <a:gd name="p0y2" fmla="*/ 0 h 435"/>
              <a:gd name="p0x3" fmla="*/ 1734 w 1734"/>
              <a:gd name="p0y3" fmla="*/ 26 h 435"/>
              <a:gd name="p0x4" fmla="*/ 1734 w 1734"/>
              <a:gd name="p0y4" fmla="*/ 60 h 435"/>
              <a:gd name="p0x5" fmla="*/ 1734 w 1734"/>
              <a:gd name="p0y5" fmla="*/ 375 h 435"/>
              <a:gd name="p0x6" fmla="*/ 1734 w 1734"/>
              <a:gd name="p0y6" fmla="*/ 408 h 435"/>
              <a:gd name="p0x7" fmla="*/ 1707 w 1734"/>
              <a:gd name="p0y7" fmla="*/ 435 h 435"/>
              <a:gd name="p0x8" fmla="*/ 1674 w 1734"/>
              <a:gd name="p0y8" fmla="*/ 435 h 435"/>
              <a:gd name="p0x9" fmla="*/ 60 w 1734"/>
              <a:gd name="p0y9" fmla="*/ 435 h 435"/>
              <a:gd name="p0x10" fmla="*/ 26 w 1734"/>
              <a:gd name="p0y10" fmla="*/ 435 h 435"/>
              <a:gd name="p0x11" fmla="*/ 0 w 1734"/>
              <a:gd name="p0y11" fmla="*/ 408 h 435"/>
              <a:gd name="p0x12" fmla="*/ 0 w 1734"/>
              <a:gd name="p0y12" fmla="*/ 375 h 435"/>
              <a:gd name="p0x13" fmla="*/ 0 w 1734"/>
              <a:gd name="p0y13" fmla="*/ 60 h 435"/>
              <a:gd name="p0x14" fmla="*/ 0 w 1734"/>
              <a:gd name="p0y14" fmla="*/ 26 h 435"/>
              <a:gd name="p0x15" fmla="*/ 26 w 1734"/>
              <a:gd name="p0y15" fmla="*/ 0 h 435"/>
              <a:gd name="p0x16" fmla="*/ 60 w 1734"/>
              <a:gd name="p0y16" fmla="*/ 0 h 435"/>
            </a:gdLst>
            <a:ahLst/>
            <a:cxnLst/>
            <a:pathLst>
              <a:path w="1735" h="435">
                <a:moveTo>
                  <a:pt x="60" y="0"/>
                </a:moveTo>
                <a:lnTo>
                  <a:pt x="1675" y="0"/>
                </a:lnTo>
                <a:cubicBezTo>
                  <a:pt x="1708" y="0"/>
                  <a:pt x="1735" y="27"/>
                  <a:pt x="1735" y="60"/>
                </a:cubicBezTo>
                <a:lnTo>
                  <a:pt x="1735" y="375"/>
                </a:lnTo>
                <a:cubicBezTo>
                  <a:pt x="1735" y="408"/>
                  <a:pt x="1708" y="435"/>
                  <a:pt x="167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0" name="文本框 169"/>
          <p:cNvSpPr txBox="1"/>
          <p:nvPr>
            <p:custDataLst>
              <p:tags r:id="rId18"/>
            </p:custDataLst>
          </p:nvPr>
        </p:nvSpPr>
        <p:spPr>
          <a:xfrm>
            <a:off x="3269842" y="1982283"/>
            <a:ext cx="109566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Element Plus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7" name="任意多边形 126"/>
          <p:cNvSpPr/>
          <p:nvPr>
            <p:custDataLst>
              <p:tags r:id="rId19"/>
            </p:custDataLst>
          </p:nvPr>
        </p:nvSpPr>
        <p:spPr>
          <a:xfrm>
            <a:off x="4308630" y="1944381"/>
            <a:ext cx="654432" cy="274786"/>
          </a:xfrm>
          <a:custGeom>
            <a:avLst/>
            <a:gdLst>
              <a:gd name="sw" fmla="*/ 1 w 1036"/>
              <a:gd name="sh" fmla="*/ 1 h 435"/>
              <a:gd name="mins" fmla="min sw sh"/>
              <a:gd name="dsw" fmla="+- 0 sw mins"/>
              <a:gd name="dsh" fmla="+- 0 sh mins"/>
              <a:gd name="p0x0" fmla="*/ 60 w 1036"/>
              <a:gd name="p0y0" fmla="*/ 0 h 435"/>
              <a:gd name="p0x1" fmla="*/ 976 w 1036"/>
              <a:gd name="p0y1" fmla="*/ 0 h 435"/>
              <a:gd name="p0x2" fmla="*/ 1009 w 1036"/>
              <a:gd name="p0y2" fmla="*/ 0 h 435"/>
              <a:gd name="p0x3" fmla="*/ 1036 w 1036"/>
              <a:gd name="p0y3" fmla="*/ 26 h 435"/>
              <a:gd name="p0x4" fmla="*/ 1036 w 1036"/>
              <a:gd name="p0y4" fmla="*/ 60 h 435"/>
              <a:gd name="p0x5" fmla="*/ 1036 w 1036"/>
              <a:gd name="p0y5" fmla="*/ 375 h 435"/>
              <a:gd name="p0x6" fmla="*/ 1036 w 1036"/>
              <a:gd name="p0y6" fmla="*/ 408 h 435"/>
              <a:gd name="p0x7" fmla="*/ 1009 w 1036"/>
              <a:gd name="p0y7" fmla="*/ 435 h 435"/>
              <a:gd name="p0x8" fmla="*/ 976 w 1036"/>
              <a:gd name="p0y8" fmla="*/ 435 h 435"/>
              <a:gd name="p0x9" fmla="*/ 60 w 1036"/>
              <a:gd name="p0y9" fmla="*/ 435 h 435"/>
              <a:gd name="p0x10" fmla="*/ 26 w 1036"/>
              <a:gd name="p0y10" fmla="*/ 435 h 435"/>
              <a:gd name="p0x11" fmla="*/ 0 w 1036"/>
              <a:gd name="p0y11" fmla="*/ 408 h 435"/>
              <a:gd name="p0x12" fmla="*/ 0 w 1036"/>
              <a:gd name="p0y12" fmla="*/ 375 h 435"/>
              <a:gd name="p0x13" fmla="*/ 0 w 1036"/>
              <a:gd name="p0y13" fmla="*/ 60 h 435"/>
              <a:gd name="p0x14" fmla="*/ 0 w 1036"/>
              <a:gd name="p0y14" fmla="*/ 26 h 435"/>
              <a:gd name="p0x15" fmla="*/ 26 w 1036"/>
              <a:gd name="p0y15" fmla="*/ 0 h 435"/>
              <a:gd name="p0x16" fmla="*/ 60 w 1036"/>
              <a:gd name="p0y16" fmla="*/ 0 h 435"/>
            </a:gdLst>
            <a:ahLst/>
            <a:cxnLst/>
            <a:pathLst>
              <a:path w="1036" h="435">
                <a:moveTo>
                  <a:pt x="60" y="0"/>
                </a:moveTo>
                <a:lnTo>
                  <a:pt x="976" y="0"/>
                </a:lnTo>
                <a:cubicBezTo>
                  <a:pt x="1009" y="0"/>
                  <a:pt x="1036" y="27"/>
                  <a:pt x="1036" y="60"/>
                </a:cubicBezTo>
                <a:lnTo>
                  <a:pt x="1036" y="375"/>
                </a:lnTo>
                <a:cubicBezTo>
                  <a:pt x="1036" y="408"/>
                  <a:pt x="1009" y="435"/>
                  <a:pt x="976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1" name="文本框 170"/>
          <p:cNvSpPr txBox="1"/>
          <p:nvPr>
            <p:custDataLst>
              <p:tags r:id="rId20"/>
            </p:custDataLst>
          </p:nvPr>
        </p:nvSpPr>
        <p:spPr>
          <a:xfrm>
            <a:off x="4384459" y="1982283"/>
            <a:ext cx="654539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D3.js 7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8" name="任意多边形 127"/>
          <p:cNvSpPr/>
          <p:nvPr>
            <p:custDataLst>
              <p:tags r:id="rId21"/>
            </p:custDataLst>
          </p:nvPr>
        </p:nvSpPr>
        <p:spPr>
          <a:xfrm>
            <a:off x="799586" y="2294970"/>
            <a:ext cx="827515" cy="274786"/>
          </a:xfrm>
          <a:custGeom>
            <a:avLst/>
            <a:gdLst>
              <a:gd name="sw" fmla="*/ 1 w 1310"/>
              <a:gd name="sh" fmla="*/ 1 h 435"/>
              <a:gd name="mins" fmla="min sw sh"/>
              <a:gd name="dsw" fmla="+- 0 sw mins"/>
              <a:gd name="dsh" fmla="+- 0 sh mins"/>
              <a:gd name="p0x0" fmla="*/ 60 w 1310"/>
              <a:gd name="p0y0" fmla="*/ 0 h 435"/>
              <a:gd name="p0x1" fmla="*/ 1250 w 1310"/>
              <a:gd name="p0y1" fmla="*/ 0 h 435"/>
              <a:gd name="p0x2" fmla="*/ 1284 w 1310"/>
              <a:gd name="p0y2" fmla="*/ 0 h 435"/>
              <a:gd name="p0x3" fmla="*/ 1310 w 1310"/>
              <a:gd name="p0y3" fmla="*/ 26 h 435"/>
              <a:gd name="p0x4" fmla="*/ 1310 w 1310"/>
              <a:gd name="p0y4" fmla="*/ 60 h 435"/>
              <a:gd name="p0x5" fmla="*/ 1310 w 1310"/>
              <a:gd name="p0y5" fmla="*/ 375 h 435"/>
              <a:gd name="p0x6" fmla="*/ 1310 w 1310"/>
              <a:gd name="p0y6" fmla="*/ 408 h 435"/>
              <a:gd name="p0x7" fmla="*/ 1284 w 1310"/>
              <a:gd name="p0y7" fmla="*/ 435 h 435"/>
              <a:gd name="p0x8" fmla="*/ 1250 w 1310"/>
              <a:gd name="p0y8" fmla="*/ 435 h 435"/>
              <a:gd name="p0x9" fmla="*/ 60 w 1310"/>
              <a:gd name="p0y9" fmla="*/ 435 h 435"/>
              <a:gd name="p0x10" fmla="*/ 26 w 1310"/>
              <a:gd name="p0y10" fmla="*/ 435 h 435"/>
              <a:gd name="p0x11" fmla="*/ 0 w 1310"/>
              <a:gd name="p0y11" fmla="*/ 408 h 435"/>
              <a:gd name="p0x12" fmla="*/ 0 w 1310"/>
              <a:gd name="p0y12" fmla="*/ 375 h 435"/>
              <a:gd name="p0x13" fmla="*/ 0 w 1310"/>
              <a:gd name="p0y13" fmla="*/ 60 h 435"/>
              <a:gd name="p0x14" fmla="*/ 0 w 1310"/>
              <a:gd name="p0y14" fmla="*/ 26 h 435"/>
              <a:gd name="p0x15" fmla="*/ 26 w 1310"/>
              <a:gd name="p0y15" fmla="*/ 0 h 435"/>
              <a:gd name="p0x16" fmla="*/ 60 w 1310"/>
              <a:gd name="p0y16" fmla="*/ 0 h 435"/>
            </a:gdLst>
            <a:ahLst/>
            <a:cxnLst/>
            <a:pathLst>
              <a:path w="1310" h="435">
                <a:moveTo>
                  <a:pt x="60" y="0"/>
                </a:moveTo>
                <a:lnTo>
                  <a:pt x="1250" y="0"/>
                </a:lnTo>
                <a:cubicBezTo>
                  <a:pt x="1283" y="0"/>
                  <a:pt x="1310" y="27"/>
                  <a:pt x="1310" y="60"/>
                </a:cubicBezTo>
                <a:lnTo>
                  <a:pt x="1310" y="375"/>
                </a:lnTo>
                <a:cubicBezTo>
                  <a:pt x="1310" y="408"/>
                  <a:pt x="1283" y="435"/>
                  <a:pt x="1250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2" name="文本框 171"/>
          <p:cNvSpPr txBox="1"/>
          <p:nvPr>
            <p:custDataLst>
              <p:tags r:id="rId22"/>
            </p:custDataLst>
          </p:nvPr>
        </p:nvSpPr>
        <p:spPr>
          <a:xfrm>
            <a:off x="875389" y="2332871"/>
            <a:ext cx="828128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Vue Flow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29" name="任意多边形 128"/>
          <p:cNvSpPr/>
          <p:nvPr>
            <p:custDataLst>
              <p:tags r:id="rId23"/>
            </p:custDataLst>
          </p:nvPr>
        </p:nvSpPr>
        <p:spPr>
          <a:xfrm>
            <a:off x="1646052" y="2294970"/>
            <a:ext cx="1109250" cy="274786"/>
          </a:xfrm>
          <a:custGeom>
            <a:avLst/>
            <a:gdLst>
              <a:gd name="sw" fmla="*/ 1 w 1755"/>
              <a:gd name="sh" fmla="*/ 1 h 435"/>
              <a:gd name="mins" fmla="min sw sh"/>
              <a:gd name="dsw" fmla="+- 0 sw mins"/>
              <a:gd name="dsh" fmla="+- 0 sh mins"/>
              <a:gd name="p0x0" fmla="*/ 60 w 1755"/>
              <a:gd name="p0y0" fmla="*/ 0 h 435"/>
              <a:gd name="p0x1" fmla="*/ 1695 w 1755"/>
              <a:gd name="p0y1" fmla="*/ 0 h 435"/>
              <a:gd name="p0x2" fmla="*/ 1728 w 1755"/>
              <a:gd name="p0y2" fmla="*/ 0 h 435"/>
              <a:gd name="p0x3" fmla="*/ 1755 w 1755"/>
              <a:gd name="p0y3" fmla="*/ 26 h 435"/>
              <a:gd name="p0x4" fmla="*/ 1755 w 1755"/>
              <a:gd name="p0y4" fmla="*/ 60 h 435"/>
              <a:gd name="p0x5" fmla="*/ 1755 w 1755"/>
              <a:gd name="p0y5" fmla="*/ 375 h 435"/>
              <a:gd name="p0x6" fmla="*/ 1755 w 1755"/>
              <a:gd name="p0y6" fmla="*/ 408 h 435"/>
              <a:gd name="p0x7" fmla="*/ 1728 w 1755"/>
              <a:gd name="p0y7" fmla="*/ 435 h 435"/>
              <a:gd name="p0x8" fmla="*/ 1695 w 1755"/>
              <a:gd name="p0y8" fmla="*/ 435 h 435"/>
              <a:gd name="p0x9" fmla="*/ 60 w 1755"/>
              <a:gd name="p0y9" fmla="*/ 435 h 435"/>
              <a:gd name="p0x10" fmla="*/ 26 w 1755"/>
              <a:gd name="p0y10" fmla="*/ 435 h 435"/>
              <a:gd name="p0x11" fmla="*/ 0 w 1755"/>
              <a:gd name="p0y11" fmla="*/ 408 h 435"/>
              <a:gd name="p0x12" fmla="*/ 0 w 1755"/>
              <a:gd name="p0y12" fmla="*/ 375 h 435"/>
              <a:gd name="p0x13" fmla="*/ 0 w 1755"/>
              <a:gd name="p0y13" fmla="*/ 60 h 435"/>
              <a:gd name="p0x14" fmla="*/ 0 w 1755"/>
              <a:gd name="p0y14" fmla="*/ 26 h 435"/>
              <a:gd name="p0x15" fmla="*/ 26 w 1755"/>
              <a:gd name="p0y15" fmla="*/ 0 h 435"/>
              <a:gd name="p0x16" fmla="*/ 60 w 1755"/>
              <a:gd name="p0y16" fmla="*/ 0 h 435"/>
            </a:gdLst>
            <a:ahLst/>
            <a:cxnLst/>
            <a:pathLst>
              <a:path w="1756" h="435">
                <a:moveTo>
                  <a:pt x="60" y="0"/>
                </a:moveTo>
                <a:lnTo>
                  <a:pt x="1696" y="0"/>
                </a:lnTo>
                <a:cubicBezTo>
                  <a:pt x="1729" y="0"/>
                  <a:pt x="1756" y="27"/>
                  <a:pt x="1756" y="60"/>
                </a:cubicBezTo>
                <a:lnTo>
                  <a:pt x="1756" y="375"/>
                </a:lnTo>
                <a:cubicBezTo>
                  <a:pt x="1756" y="408"/>
                  <a:pt x="1729" y="435"/>
                  <a:pt x="1696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3" name="文本框 172"/>
          <p:cNvSpPr txBox="1"/>
          <p:nvPr>
            <p:custDataLst>
              <p:tags r:id="rId24"/>
            </p:custDataLst>
          </p:nvPr>
        </p:nvSpPr>
        <p:spPr>
          <a:xfrm>
            <a:off x="1722467" y="2332871"/>
            <a:ext cx="110891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CodeMirror 6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0" name="任意多边形 129"/>
          <p:cNvSpPr/>
          <p:nvPr>
            <p:custDataLst>
              <p:tags r:id="rId25"/>
            </p:custDataLst>
          </p:nvPr>
        </p:nvSpPr>
        <p:spPr>
          <a:xfrm>
            <a:off x="2774252" y="2294970"/>
            <a:ext cx="641167" cy="274786"/>
          </a:xfrm>
          <a:custGeom>
            <a:avLst/>
            <a:gdLst>
              <a:gd name="sw" fmla="*/ 1 w 1015"/>
              <a:gd name="sh" fmla="*/ 1 h 435"/>
              <a:gd name="mins" fmla="min sw sh"/>
              <a:gd name="dsw" fmla="+- 0 sw mins"/>
              <a:gd name="dsh" fmla="+- 0 sh mins"/>
              <a:gd name="p0x0" fmla="*/ 60 w 1015"/>
              <a:gd name="p0y0" fmla="*/ 0 h 435"/>
              <a:gd name="p0x1" fmla="*/ 955 w 1015"/>
              <a:gd name="p0y1" fmla="*/ 0 h 435"/>
              <a:gd name="p0x2" fmla="*/ 988 w 1015"/>
              <a:gd name="p0y2" fmla="*/ 0 h 435"/>
              <a:gd name="p0x3" fmla="*/ 1015 w 1015"/>
              <a:gd name="p0y3" fmla="*/ 26 h 435"/>
              <a:gd name="p0x4" fmla="*/ 1015 w 1015"/>
              <a:gd name="p0y4" fmla="*/ 60 h 435"/>
              <a:gd name="p0x5" fmla="*/ 1015 w 1015"/>
              <a:gd name="p0y5" fmla="*/ 375 h 435"/>
              <a:gd name="p0x6" fmla="*/ 1015 w 1015"/>
              <a:gd name="p0y6" fmla="*/ 408 h 435"/>
              <a:gd name="p0x7" fmla="*/ 988 w 1015"/>
              <a:gd name="p0y7" fmla="*/ 435 h 435"/>
              <a:gd name="p0x8" fmla="*/ 955 w 1015"/>
              <a:gd name="p0y8" fmla="*/ 435 h 435"/>
              <a:gd name="p0x9" fmla="*/ 60 w 1015"/>
              <a:gd name="p0y9" fmla="*/ 435 h 435"/>
              <a:gd name="p0x10" fmla="*/ 26 w 1015"/>
              <a:gd name="p0y10" fmla="*/ 435 h 435"/>
              <a:gd name="p0x11" fmla="*/ 0 w 1015"/>
              <a:gd name="p0y11" fmla="*/ 408 h 435"/>
              <a:gd name="p0x12" fmla="*/ 0 w 1015"/>
              <a:gd name="p0y12" fmla="*/ 375 h 435"/>
              <a:gd name="p0x13" fmla="*/ 0 w 1015"/>
              <a:gd name="p0y13" fmla="*/ 60 h 435"/>
              <a:gd name="p0x14" fmla="*/ 0 w 1015"/>
              <a:gd name="p0y14" fmla="*/ 26 h 435"/>
              <a:gd name="p0x15" fmla="*/ 26 w 1015"/>
              <a:gd name="p0y15" fmla="*/ 0 h 435"/>
              <a:gd name="p0x16" fmla="*/ 60 w 1015"/>
              <a:gd name="p0y16" fmla="*/ 0 h 435"/>
            </a:gdLst>
            <a:ahLst/>
            <a:cxnLst/>
            <a:pathLst>
              <a:path w="1015" h="435">
                <a:moveTo>
                  <a:pt x="60" y="0"/>
                </a:moveTo>
                <a:lnTo>
                  <a:pt x="955" y="0"/>
                </a:lnTo>
                <a:cubicBezTo>
                  <a:pt x="988" y="0"/>
                  <a:pt x="1015" y="27"/>
                  <a:pt x="1015" y="60"/>
                </a:cubicBezTo>
                <a:lnTo>
                  <a:pt x="1015" y="375"/>
                </a:lnTo>
                <a:cubicBezTo>
                  <a:pt x="1015" y="408"/>
                  <a:pt x="988" y="435"/>
                  <a:pt x="95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4" name="文本框 173"/>
          <p:cNvSpPr txBox="1"/>
          <p:nvPr>
            <p:custDataLst>
              <p:tags r:id="rId26"/>
            </p:custDataLst>
          </p:nvPr>
        </p:nvSpPr>
        <p:spPr>
          <a:xfrm>
            <a:off x="2850340" y="2332871"/>
            <a:ext cx="641368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Pinia 3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1" name="任意多边形 130"/>
          <p:cNvSpPr/>
          <p:nvPr>
            <p:custDataLst>
              <p:tags r:id="rId27"/>
            </p:custDataLst>
          </p:nvPr>
        </p:nvSpPr>
        <p:spPr>
          <a:xfrm>
            <a:off x="3434369" y="2294970"/>
            <a:ext cx="662012" cy="274786"/>
          </a:xfrm>
          <a:custGeom>
            <a:avLst/>
            <a:gdLst>
              <a:gd name="sw" fmla="*/ 1 w 1047"/>
              <a:gd name="sh" fmla="*/ 1 h 435"/>
              <a:gd name="mins" fmla="min sw sh"/>
              <a:gd name="dsw" fmla="+- 0 sw mins"/>
              <a:gd name="dsh" fmla="+- 0 sh mins"/>
              <a:gd name="p0x0" fmla="*/ 60 w 1047"/>
              <a:gd name="p0y0" fmla="*/ 0 h 435"/>
              <a:gd name="p0x1" fmla="*/ 987 w 1047"/>
              <a:gd name="p0y1" fmla="*/ 0 h 435"/>
              <a:gd name="p0x2" fmla="*/ 1020 w 1047"/>
              <a:gd name="p0y2" fmla="*/ 0 h 435"/>
              <a:gd name="p0x3" fmla="*/ 1047 w 1047"/>
              <a:gd name="p0y3" fmla="*/ 26 h 435"/>
              <a:gd name="p0x4" fmla="*/ 1047 w 1047"/>
              <a:gd name="p0y4" fmla="*/ 60 h 435"/>
              <a:gd name="p0x5" fmla="*/ 1047 w 1047"/>
              <a:gd name="p0y5" fmla="*/ 375 h 435"/>
              <a:gd name="p0x6" fmla="*/ 1047 w 1047"/>
              <a:gd name="p0y6" fmla="*/ 408 h 435"/>
              <a:gd name="p0x7" fmla="*/ 1020 w 1047"/>
              <a:gd name="p0y7" fmla="*/ 435 h 435"/>
              <a:gd name="p0x8" fmla="*/ 987 w 1047"/>
              <a:gd name="p0y8" fmla="*/ 435 h 435"/>
              <a:gd name="p0x9" fmla="*/ 60 w 1047"/>
              <a:gd name="p0y9" fmla="*/ 435 h 435"/>
              <a:gd name="p0x10" fmla="*/ 26 w 1047"/>
              <a:gd name="p0y10" fmla="*/ 435 h 435"/>
              <a:gd name="p0x11" fmla="*/ 0 w 1047"/>
              <a:gd name="p0y11" fmla="*/ 408 h 435"/>
              <a:gd name="p0x12" fmla="*/ 0 w 1047"/>
              <a:gd name="p0y12" fmla="*/ 375 h 435"/>
              <a:gd name="p0x13" fmla="*/ 0 w 1047"/>
              <a:gd name="p0y13" fmla="*/ 60 h 435"/>
              <a:gd name="p0x14" fmla="*/ 0 w 1047"/>
              <a:gd name="p0y14" fmla="*/ 26 h 435"/>
              <a:gd name="p0x15" fmla="*/ 26 w 1047"/>
              <a:gd name="p0y15" fmla="*/ 0 h 435"/>
              <a:gd name="p0x16" fmla="*/ 60 w 1047"/>
              <a:gd name="p0y16" fmla="*/ 0 h 435"/>
            </a:gdLst>
            <a:ahLst/>
            <a:cxnLst/>
            <a:pathLst>
              <a:path w="1048" h="435">
                <a:moveTo>
                  <a:pt x="60" y="0"/>
                </a:moveTo>
                <a:lnTo>
                  <a:pt x="988" y="0"/>
                </a:lnTo>
                <a:cubicBezTo>
                  <a:pt x="1021" y="0"/>
                  <a:pt x="1048" y="27"/>
                  <a:pt x="1048" y="60"/>
                </a:cubicBezTo>
                <a:lnTo>
                  <a:pt x="1048" y="375"/>
                </a:lnTo>
                <a:cubicBezTo>
                  <a:pt x="1048" y="408"/>
                  <a:pt x="1021" y="435"/>
                  <a:pt x="988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5" name="文本框 174"/>
          <p:cNvSpPr txBox="1"/>
          <p:nvPr>
            <p:custDataLst>
              <p:tags r:id="rId28"/>
            </p:custDataLst>
          </p:nvPr>
        </p:nvSpPr>
        <p:spPr>
          <a:xfrm>
            <a:off x="3510649" y="2332871"/>
            <a:ext cx="661797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Fuse.js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2" name="任意多边形 131"/>
          <p:cNvSpPr/>
          <p:nvPr>
            <p:custDataLst>
              <p:tags r:id="rId29"/>
            </p:custDataLst>
          </p:nvPr>
        </p:nvSpPr>
        <p:spPr>
          <a:xfrm>
            <a:off x="4115332" y="2294970"/>
            <a:ext cx="1032183" cy="274786"/>
          </a:xfrm>
          <a:custGeom>
            <a:avLst/>
            <a:gdLst>
              <a:gd name="sw" fmla="*/ 1 w 1633"/>
              <a:gd name="sh" fmla="*/ 1 h 435"/>
              <a:gd name="mins" fmla="min sw sh"/>
              <a:gd name="dsw" fmla="+- 0 sw mins"/>
              <a:gd name="dsh" fmla="+- 0 sh mins"/>
              <a:gd name="p0x0" fmla="*/ 60 w 1633"/>
              <a:gd name="p0y0" fmla="*/ 0 h 435"/>
              <a:gd name="p0x1" fmla="*/ 1573 w 1633"/>
              <a:gd name="p0y1" fmla="*/ 0 h 435"/>
              <a:gd name="p0x2" fmla="*/ 1607 w 1633"/>
              <a:gd name="p0y2" fmla="*/ 0 h 435"/>
              <a:gd name="p0x3" fmla="*/ 1633 w 1633"/>
              <a:gd name="p0y3" fmla="*/ 26 h 435"/>
              <a:gd name="p0x4" fmla="*/ 1633 w 1633"/>
              <a:gd name="p0y4" fmla="*/ 60 h 435"/>
              <a:gd name="p0x5" fmla="*/ 1633 w 1633"/>
              <a:gd name="p0y5" fmla="*/ 375 h 435"/>
              <a:gd name="p0x6" fmla="*/ 1633 w 1633"/>
              <a:gd name="p0y6" fmla="*/ 408 h 435"/>
              <a:gd name="p0x7" fmla="*/ 1607 w 1633"/>
              <a:gd name="p0y7" fmla="*/ 435 h 435"/>
              <a:gd name="p0x8" fmla="*/ 1573 w 1633"/>
              <a:gd name="p0y8" fmla="*/ 435 h 435"/>
              <a:gd name="p0x9" fmla="*/ 60 w 1633"/>
              <a:gd name="p0y9" fmla="*/ 435 h 435"/>
              <a:gd name="p0x10" fmla="*/ 26 w 1633"/>
              <a:gd name="p0y10" fmla="*/ 435 h 435"/>
              <a:gd name="p0x11" fmla="*/ 0 w 1633"/>
              <a:gd name="p0y11" fmla="*/ 408 h 435"/>
              <a:gd name="p0x12" fmla="*/ 0 w 1633"/>
              <a:gd name="p0y12" fmla="*/ 375 h 435"/>
              <a:gd name="p0x13" fmla="*/ 0 w 1633"/>
              <a:gd name="p0y13" fmla="*/ 60 h 435"/>
              <a:gd name="p0x14" fmla="*/ 0 w 1633"/>
              <a:gd name="p0y14" fmla="*/ 26 h 435"/>
              <a:gd name="p0x15" fmla="*/ 26 w 1633"/>
              <a:gd name="p0y15" fmla="*/ 0 h 435"/>
              <a:gd name="p0x16" fmla="*/ 60 w 1633"/>
              <a:gd name="p0y16" fmla="*/ 0 h 435"/>
            </a:gdLst>
            <a:ahLst/>
            <a:cxnLst/>
            <a:pathLst>
              <a:path w="1634" h="435">
                <a:moveTo>
                  <a:pt x="60" y="0"/>
                </a:moveTo>
                <a:lnTo>
                  <a:pt x="1574" y="0"/>
                </a:lnTo>
                <a:cubicBezTo>
                  <a:pt x="1607" y="0"/>
                  <a:pt x="1634" y="27"/>
                  <a:pt x="1634" y="60"/>
                </a:cubicBezTo>
                <a:lnTo>
                  <a:pt x="1634" y="375"/>
                </a:lnTo>
                <a:cubicBezTo>
                  <a:pt x="1634" y="408"/>
                  <a:pt x="1607" y="435"/>
                  <a:pt x="1574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6" name="文本框 175"/>
          <p:cNvSpPr txBox="1"/>
          <p:nvPr>
            <p:custDataLst>
              <p:tags r:id="rId30"/>
            </p:custDataLst>
          </p:nvPr>
        </p:nvSpPr>
        <p:spPr>
          <a:xfrm>
            <a:off x="4191398" y="2332871"/>
            <a:ext cx="103215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Mermaid 11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3" name="任意多边形 132"/>
          <p:cNvSpPr/>
          <p:nvPr>
            <p:custDataLst>
              <p:tags r:id="rId31"/>
            </p:custDataLst>
          </p:nvPr>
        </p:nvSpPr>
        <p:spPr>
          <a:xfrm>
            <a:off x="605025" y="3063738"/>
            <a:ext cx="4817277" cy="164555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120 w 7625"/>
              <a:gd name="p0y0" fmla="*/ 0 h 2604"/>
              <a:gd name="p0x1" fmla="*/ 7505 w 7625"/>
              <a:gd name="p0y1" fmla="*/ 0 h 2604"/>
              <a:gd name="p0x2" fmla="*/ 7572 w 7625"/>
              <a:gd name="p0y2" fmla="*/ 0 h 2604"/>
              <a:gd name="p0x3" fmla="*/ 7625 w 7625"/>
              <a:gd name="p0y3" fmla="*/ 53 h 2604"/>
              <a:gd name="p0x4" fmla="*/ 7625 w 7625"/>
              <a:gd name="p0y4" fmla="*/ 120 h 2604"/>
              <a:gd name="p0x5" fmla="*/ 7625 w 7625"/>
              <a:gd name="p0y5" fmla="*/ 2484 h 2604"/>
              <a:gd name="p0x6" fmla="*/ 7625 w 7625"/>
              <a:gd name="p0y6" fmla="*/ 2551 h 2604"/>
              <a:gd name="p0x7" fmla="*/ 7572 w 7625"/>
              <a:gd name="p0y7" fmla="*/ 2604 h 2604"/>
              <a:gd name="p0x8" fmla="*/ 7505 w 7625"/>
              <a:gd name="p0y8" fmla="*/ 2604 h 2604"/>
              <a:gd name="p0x9" fmla="*/ 120 w 7625"/>
              <a:gd name="p0y9" fmla="*/ 2604 h 2604"/>
              <a:gd name="p0x10" fmla="*/ 53 w 7625"/>
              <a:gd name="p0y10" fmla="*/ 2604 h 2604"/>
              <a:gd name="p0x11" fmla="*/ 0 w 7625"/>
              <a:gd name="p0y11" fmla="*/ 2551 h 2604"/>
              <a:gd name="p0x12" fmla="*/ 0 w 7625"/>
              <a:gd name="p0y12" fmla="*/ 2484 h 2604"/>
              <a:gd name="p0x13" fmla="*/ 0 w 7625"/>
              <a:gd name="p0y13" fmla="*/ 120 h 2604"/>
              <a:gd name="p0x14" fmla="*/ 0 w 7625"/>
              <a:gd name="p0y14" fmla="*/ 53 h 2604"/>
              <a:gd name="p0x15" fmla="*/ 53 w 7625"/>
              <a:gd name="p0y15" fmla="*/ 0 h 2604"/>
              <a:gd name="p0x16" fmla="*/ 12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4" name="任意多边形 133"/>
          <p:cNvSpPr/>
          <p:nvPr>
            <p:custDataLst>
              <p:tags r:id="rId32"/>
            </p:custDataLst>
          </p:nvPr>
        </p:nvSpPr>
        <p:spPr>
          <a:xfrm>
            <a:off x="799586" y="3257667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77" name="图片 176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2273" t="-10152" r="-2273" b="-10152"/>
          <a:stretch>
            <a:fillRect/>
          </a:stretch>
        </p:blipFill>
        <p:spPr>
          <a:xfrm>
            <a:off x="898761" y="3338524"/>
            <a:ext cx="217933" cy="250781"/>
          </a:xfrm>
          <a:prstGeom prst="rect">
            <a:avLst/>
          </a:prstGeom>
        </p:spPr>
      </p:pic>
      <p:sp>
        <p:nvSpPr>
          <p:cNvPr id="178" name="文本框 177"/>
          <p:cNvSpPr txBox="1"/>
          <p:nvPr>
            <p:custDataLst>
              <p:tags r:id="rId36"/>
            </p:custDataLst>
          </p:nvPr>
        </p:nvSpPr>
        <p:spPr>
          <a:xfrm>
            <a:off x="1330206" y="3309441"/>
            <a:ext cx="1705642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Backend </a:t>
            </a:r>
            <a:r>
              <a:rPr 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后端</a:t>
            </a:r>
            <a:endParaRPr lang="zh-CN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35" name="任意多边形 134"/>
          <p:cNvSpPr/>
          <p:nvPr>
            <p:custDataLst>
              <p:tags r:id="rId37"/>
            </p:custDataLst>
          </p:nvPr>
        </p:nvSpPr>
        <p:spPr>
          <a:xfrm>
            <a:off x="799586" y="3788288"/>
            <a:ext cx="711916" cy="274786"/>
          </a:xfrm>
          <a:custGeom>
            <a:avLst/>
            <a:gdLst>
              <a:gd name="sw" fmla="*/ 1 w 1127"/>
              <a:gd name="sh" fmla="*/ 1 h 435"/>
              <a:gd name="mins" fmla="min sw sh"/>
              <a:gd name="dsw" fmla="+- 0 sw mins"/>
              <a:gd name="dsh" fmla="+- 0 sh mins"/>
              <a:gd name="p0x0" fmla="*/ 60 w 1127"/>
              <a:gd name="p0y0" fmla="*/ 0 h 435"/>
              <a:gd name="p0x1" fmla="*/ 1067 w 1127"/>
              <a:gd name="p0y1" fmla="*/ 0 h 435"/>
              <a:gd name="p0x2" fmla="*/ 1100 w 1127"/>
              <a:gd name="p0y2" fmla="*/ 0 h 435"/>
              <a:gd name="p0x3" fmla="*/ 1127 w 1127"/>
              <a:gd name="p0y3" fmla="*/ 26 h 435"/>
              <a:gd name="p0x4" fmla="*/ 1127 w 1127"/>
              <a:gd name="p0y4" fmla="*/ 60 h 435"/>
              <a:gd name="p0x5" fmla="*/ 1127 w 1127"/>
              <a:gd name="p0y5" fmla="*/ 375 h 435"/>
              <a:gd name="p0x6" fmla="*/ 1127 w 1127"/>
              <a:gd name="p0y6" fmla="*/ 408 h 435"/>
              <a:gd name="p0x7" fmla="*/ 1100 w 1127"/>
              <a:gd name="p0y7" fmla="*/ 435 h 435"/>
              <a:gd name="p0x8" fmla="*/ 1067 w 1127"/>
              <a:gd name="p0y8" fmla="*/ 435 h 435"/>
              <a:gd name="p0x9" fmla="*/ 60 w 1127"/>
              <a:gd name="p0y9" fmla="*/ 435 h 435"/>
              <a:gd name="p0x10" fmla="*/ 26 w 1127"/>
              <a:gd name="p0y10" fmla="*/ 435 h 435"/>
              <a:gd name="p0x11" fmla="*/ 0 w 1127"/>
              <a:gd name="p0y11" fmla="*/ 408 h 435"/>
              <a:gd name="p0x12" fmla="*/ 0 w 1127"/>
              <a:gd name="p0y12" fmla="*/ 375 h 435"/>
              <a:gd name="p0x13" fmla="*/ 0 w 1127"/>
              <a:gd name="p0y13" fmla="*/ 60 h 435"/>
              <a:gd name="p0x14" fmla="*/ 0 w 1127"/>
              <a:gd name="p0y14" fmla="*/ 26 h 435"/>
              <a:gd name="p0x15" fmla="*/ 26 w 1127"/>
              <a:gd name="p0y15" fmla="*/ 0 h 435"/>
              <a:gd name="p0x16" fmla="*/ 60 w 1127"/>
              <a:gd name="p0y16" fmla="*/ 0 h 435"/>
            </a:gdLst>
            <a:ahLst/>
            <a:cxnLst/>
            <a:pathLst>
              <a:path w="1127" h="435">
                <a:moveTo>
                  <a:pt x="60" y="0"/>
                </a:moveTo>
                <a:lnTo>
                  <a:pt x="1067" y="0"/>
                </a:lnTo>
                <a:cubicBezTo>
                  <a:pt x="1100" y="0"/>
                  <a:pt x="1127" y="27"/>
                  <a:pt x="1127" y="60"/>
                </a:cubicBezTo>
                <a:lnTo>
                  <a:pt x="1127" y="375"/>
                </a:lnTo>
                <a:cubicBezTo>
                  <a:pt x="1127" y="408"/>
                  <a:pt x="1100" y="435"/>
                  <a:pt x="1067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79" name="文本框 178"/>
          <p:cNvSpPr txBox="1"/>
          <p:nvPr>
            <p:custDataLst>
              <p:tags r:id="rId38"/>
            </p:custDataLst>
          </p:nvPr>
        </p:nvSpPr>
        <p:spPr>
          <a:xfrm>
            <a:off x="875389" y="3826795"/>
            <a:ext cx="71213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FastAPI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6" name="任意多边形 135"/>
          <p:cNvSpPr/>
          <p:nvPr>
            <p:custDataLst>
              <p:tags r:id="rId39"/>
            </p:custDataLst>
          </p:nvPr>
        </p:nvSpPr>
        <p:spPr>
          <a:xfrm>
            <a:off x="1530452" y="3788288"/>
            <a:ext cx="1363821" cy="274786"/>
          </a:xfrm>
          <a:custGeom>
            <a:avLst/>
            <a:gdLst>
              <a:gd name="sw" fmla="*/ 1 w 2159"/>
              <a:gd name="sh" fmla="*/ 1 h 435"/>
              <a:gd name="mins" fmla="min sw sh"/>
              <a:gd name="dsw" fmla="+- 0 sw mins"/>
              <a:gd name="dsh" fmla="+- 0 sh mins"/>
              <a:gd name="p0x0" fmla="*/ 60 w 2159"/>
              <a:gd name="p0y0" fmla="*/ 0 h 435"/>
              <a:gd name="p0x1" fmla="*/ 2099 w 2159"/>
              <a:gd name="p0y1" fmla="*/ 0 h 435"/>
              <a:gd name="p0x2" fmla="*/ 2132 w 2159"/>
              <a:gd name="p0y2" fmla="*/ 0 h 435"/>
              <a:gd name="p0x3" fmla="*/ 2159 w 2159"/>
              <a:gd name="p0y3" fmla="*/ 26 h 435"/>
              <a:gd name="p0x4" fmla="*/ 2159 w 2159"/>
              <a:gd name="p0y4" fmla="*/ 60 h 435"/>
              <a:gd name="p0x5" fmla="*/ 2159 w 2159"/>
              <a:gd name="p0y5" fmla="*/ 375 h 435"/>
              <a:gd name="p0x6" fmla="*/ 2159 w 2159"/>
              <a:gd name="p0y6" fmla="*/ 408 h 435"/>
              <a:gd name="p0x7" fmla="*/ 2132 w 2159"/>
              <a:gd name="p0y7" fmla="*/ 435 h 435"/>
              <a:gd name="p0x8" fmla="*/ 2099 w 2159"/>
              <a:gd name="p0y8" fmla="*/ 435 h 435"/>
              <a:gd name="p0x9" fmla="*/ 60 w 2159"/>
              <a:gd name="p0y9" fmla="*/ 435 h 435"/>
              <a:gd name="p0x10" fmla="*/ 26 w 2159"/>
              <a:gd name="p0y10" fmla="*/ 435 h 435"/>
              <a:gd name="p0x11" fmla="*/ 0 w 2159"/>
              <a:gd name="p0y11" fmla="*/ 408 h 435"/>
              <a:gd name="p0x12" fmla="*/ 0 w 2159"/>
              <a:gd name="p0y12" fmla="*/ 375 h 435"/>
              <a:gd name="p0x13" fmla="*/ 0 w 2159"/>
              <a:gd name="p0y13" fmla="*/ 60 h 435"/>
              <a:gd name="p0x14" fmla="*/ 0 w 2159"/>
              <a:gd name="p0y14" fmla="*/ 26 h 435"/>
              <a:gd name="p0x15" fmla="*/ 26 w 2159"/>
              <a:gd name="p0y15" fmla="*/ 0 h 435"/>
              <a:gd name="p0x16" fmla="*/ 60 w 2159"/>
              <a:gd name="p0y16" fmla="*/ 0 h 435"/>
            </a:gdLst>
            <a:ahLst/>
            <a:cxnLst/>
            <a:pathLst>
              <a:path w="2159" h="435">
                <a:moveTo>
                  <a:pt x="60" y="0"/>
                </a:moveTo>
                <a:lnTo>
                  <a:pt x="2099" y="0"/>
                </a:lnTo>
                <a:cubicBezTo>
                  <a:pt x="2132" y="0"/>
                  <a:pt x="2159" y="27"/>
                  <a:pt x="2159" y="60"/>
                </a:cubicBezTo>
                <a:lnTo>
                  <a:pt x="2159" y="375"/>
                </a:lnTo>
                <a:cubicBezTo>
                  <a:pt x="2159" y="408"/>
                  <a:pt x="2132" y="435"/>
                  <a:pt x="2099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40"/>
            </p:custDataLst>
          </p:nvPr>
        </p:nvSpPr>
        <p:spPr>
          <a:xfrm>
            <a:off x="1606470" y="3826795"/>
            <a:ext cx="1364159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SQLAlchemy 2.0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7" name="任意多边形 136"/>
          <p:cNvSpPr/>
          <p:nvPr>
            <p:custDataLst>
              <p:tags r:id="rId41"/>
            </p:custDataLst>
          </p:nvPr>
        </p:nvSpPr>
        <p:spPr>
          <a:xfrm>
            <a:off x="2913224" y="3788288"/>
            <a:ext cx="631691" cy="274786"/>
          </a:xfrm>
          <a:custGeom>
            <a:avLst/>
            <a:gdLst>
              <a:gd name="sw" fmla="*/ 1 w 999"/>
              <a:gd name="sh" fmla="*/ 1 h 435"/>
              <a:gd name="mins" fmla="min sw sh"/>
              <a:gd name="dsw" fmla="+- 0 sw mins"/>
              <a:gd name="dsh" fmla="+- 0 sh mins"/>
              <a:gd name="p0x0" fmla="*/ 60 w 999"/>
              <a:gd name="p0y0" fmla="*/ 0 h 435"/>
              <a:gd name="p0x1" fmla="*/ 939 w 999"/>
              <a:gd name="p0y1" fmla="*/ 0 h 435"/>
              <a:gd name="p0x2" fmla="*/ 972 w 999"/>
              <a:gd name="p0y2" fmla="*/ 0 h 435"/>
              <a:gd name="p0x3" fmla="*/ 999 w 999"/>
              <a:gd name="p0y3" fmla="*/ 26 h 435"/>
              <a:gd name="p0x4" fmla="*/ 999 w 999"/>
              <a:gd name="p0y4" fmla="*/ 60 h 435"/>
              <a:gd name="p0x5" fmla="*/ 999 w 999"/>
              <a:gd name="p0y5" fmla="*/ 375 h 435"/>
              <a:gd name="p0x6" fmla="*/ 999 w 999"/>
              <a:gd name="p0y6" fmla="*/ 408 h 435"/>
              <a:gd name="p0x7" fmla="*/ 972 w 999"/>
              <a:gd name="p0y7" fmla="*/ 435 h 435"/>
              <a:gd name="p0x8" fmla="*/ 939 w 999"/>
              <a:gd name="p0y8" fmla="*/ 435 h 435"/>
              <a:gd name="p0x9" fmla="*/ 60 w 999"/>
              <a:gd name="p0y9" fmla="*/ 435 h 435"/>
              <a:gd name="p0x10" fmla="*/ 26 w 999"/>
              <a:gd name="p0y10" fmla="*/ 435 h 435"/>
              <a:gd name="p0x11" fmla="*/ 0 w 999"/>
              <a:gd name="p0y11" fmla="*/ 408 h 435"/>
              <a:gd name="p0x12" fmla="*/ 0 w 999"/>
              <a:gd name="p0y12" fmla="*/ 375 h 435"/>
              <a:gd name="p0x13" fmla="*/ 0 w 999"/>
              <a:gd name="p0y13" fmla="*/ 60 h 435"/>
              <a:gd name="p0x14" fmla="*/ 0 w 999"/>
              <a:gd name="p0y14" fmla="*/ 26 h 435"/>
              <a:gd name="p0x15" fmla="*/ 26 w 999"/>
              <a:gd name="p0y15" fmla="*/ 0 h 435"/>
              <a:gd name="p0x16" fmla="*/ 60 w 999"/>
              <a:gd name="p0y16" fmla="*/ 0 h 435"/>
            </a:gdLst>
            <a:ahLst/>
            <a:cxnLst/>
            <a:pathLst>
              <a:path w="1000" h="435">
                <a:moveTo>
                  <a:pt x="60" y="0"/>
                </a:moveTo>
                <a:lnTo>
                  <a:pt x="940" y="0"/>
                </a:lnTo>
                <a:cubicBezTo>
                  <a:pt x="973" y="0"/>
                  <a:pt x="1000" y="27"/>
                  <a:pt x="1000" y="60"/>
                </a:cubicBezTo>
                <a:lnTo>
                  <a:pt x="1000" y="375"/>
                </a:lnTo>
                <a:cubicBezTo>
                  <a:pt x="1000" y="408"/>
                  <a:pt x="973" y="435"/>
                  <a:pt x="940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1" name="文本框 180"/>
          <p:cNvSpPr txBox="1"/>
          <p:nvPr>
            <p:custDataLst>
              <p:tags r:id="rId42"/>
            </p:custDataLst>
          </p:nvPr>
        </p:nvSpPr>
        <p:spPr>
          <a:xfrm>
            <a:off x="2989580" y="3826795"/>
            <a:ext cx="631296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SQLite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8" name="任意多边形 137"/>
          <p:cNvSpPr/>
          <p:nvPr>
            <p:custDataLst>
              <p:tags r:id="rId43"/>
            </p:custDataLst>
          </p:nvPr>
        </p:nvSpPr>
        <p:spPr>
          <a:xfrm>
            <a:off x="3563866" y="3788288"/>
            <a:ext cx="998072" cy="274786"/>
          </a:xfrm>
          <a:custGeom>
            <a:avLst/>
            <a:gdLst>
              <a:gd name="sw" fmla="*/ 1 w 1580"/>
              <a:gd name="sh" fmla="*/ 1 h 435"/>
              <a:gd name="mins" fmla="min sw sh"/>
              <a:gd name="dsw" fmla="+- 0 sw mins"/>
              <a:gd name="dsh" fmla="+- 0 sh mins"/>
              <a:gd name="p0x0" fmla="*/ 60 w 1580"/>
              <a:gd name="p0y0" fmla="*/ 0 h 435"/>
              <a:gd name="p0x1" fmla="*/ 1520 w 1580"/>
              <a:gd name="p0y1" fmla="*/ 0 h 435"/>
              <a:gd name="p0x2" fmla="*/ 1553 w 1580"/>
              <a:gd name="p0y2" fmla="*/ 0 h 435"/>
              <a:gd name="p0x3" fmla="*/ 1580 w 1580"/>
              <a:gd name="p0y3" fmla="*/ 26 h 435"/>
              <a:gd name="p0x4" fmla="*/ 1580 w 1580"/>
              <a:gd name="p0y4" fmla="*/ 60 h 435"/>
              <a:gd name="p0x5" fmla="*/ 1580 w 1580"/>
              <a:gd name="p0y5" fmla="*/ 375 h 435"/>
              <a:gd name="p0x6" fmla="*/ 1580 w 1580"/>
              <a:gd name="p0y6" fmla="*/ 408 h 435"/>
              <a:gd name="p0x7" fmla="*/ 1553 w 1580"/>
              <a:gd name="p0y7" fmla="*/ 435 h 435"/>
              <a:gd name="p0x8" fmla="*/ 1520 w 1580"/>
              <a:gd name="p0y8" fmla="*/ 435 h 435"/>
              <a:gd name="p0x9" fmla="*/ 60 w 1580"/>
              <a:gd name="p0y9" fmla="*/ 435 h 435"/>
              <a:gd name="p0x10" fmla="*/ 26 w 1580"/>
              <a:gd name="p0y10" fmla="*/ 435 h 435"/>
              <a:gd name="p0x11" fmla="*/ 0 w 1580"/>
              <a:gd name="p0y11" fmla="*/ 408 h 435"/>
              <a:gd name="p0x12" fmla="*/ 0 w 1580"/>
              <a:gd name="p0y12" fmla="*/ 375 h 435"/>
              <a:gd name="p0x13" fmla="*/ 0 w 1580"/>
              <a:gd name="p0y13" fmla="*/ 60 h 435"/>
              <a:gd name="p0x14" fmla="*/ 0 w 1580"/>
              <a:gd name="p0y14" fmla="*/ 26 h 435"/>
              <a:gd name="p0x15" fmla="*/ 26 w 1580"/>
              <a:gd name="p0y15" fmla="*/ 0 h 435"/>
              <a:gd name="p0x16" fmla="*/ 60 w 1580"/>
              <a:gd name="p0y16" fmla="*/ 0 h 435"/>
            </a:gdLst>
            <a:ahLst/>
            <a:cxnLst/>
            <a:pathLst>
              <a:path w="1580" h="435">
                <a:moveTo>
                  <a:pt x="60" y="0"/>
                </a:moveTo>
                <a:lnTo>
                  <a:pt x="1520" y="0"/>
                </a:lnTo>
                <a:cubicBezTo>
                  <a:pt x="1553" y="0"/>
                  <a:pt x="1580" y="27"/>
                  <a:pt x="1580" y="60"/>
                </a:cubicBezTo>
                <a:lnTo>
                  <a:pt x="1580" y="375"/>
                </a:lnTo>
                <a:cubicBezTo>
                  <a:pt x="1580" y="408"/>
                  <a:pt x="1553" y="435"/>
                  <a:pt x="1520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2" name="文本框 181"/>
          <p:cNvSpPr txBox="1"/>
          <p:nvPr>
            <p:custDataLst>
              <p:tags r:id="rId44"/>
            </p:custDataLst>
          </p:nvPr>
        </p:nvSpPr>
        <p:spPr>
          <a:xfrm>
            <a:off x="3639827" y="3826795"/>
            <a:ext cx="99839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Pydantic v2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39" name="任意多边形 138"/>
          <p:cNvSpPr/>
          <p:nvPr>
            <p:custDataLst>
              <p:tags r:id="rId45"/>
            </p:custDataLst>
          </p:nvPr>
        </p:nvSpPr>
        <p:spPr>
          <a:xfrm>
            <a:off x="799586" y="4138876"/>
            <a:ext cx="1032183" cy="274786"/>
          </a:xfrm>
          <a:custGeom>
            <a:avLst/>
            <a:gdLst>
              <a:gd name="sw" fmla="*/ 1 w 1634"/>
              <a:gd name="sh" fmla="*/ 1 h 435"/>
              <a:gd name="mins" fmla="min sw sh"/>
              <a:gd name="dsw" fmla="+- 0 sw mins"/>
              <a:gd name="dsh" fmla="+- 0 sh mins"/>
              <a:gd name="p0x0" fmla="*/ 60 w 1634"/>
              <a:gd name="p0y0" fmla="*/ 0 h 435"/>
              <a:gd name="p0x1" fmla="*/ 1574 w 1634"/>
              <a:gd name="p0y1" fmla="*/ 0 h 435"/>
              <a:gd name="p0x2" fmla="*/ 1607 w 1634"/>
              <a:gd name="p0y2" fmla="*/ 0 h 435"/>
              <a:gd name="p0x3" fmla="*/ 1634 w 1634"/>
              <a:gd name="p0y3" fmla="*/ 26 h 435"/>
              <a:gd name="p0x4" fmla="*/ 1634 w 1634"/>
              <a:gd name="p0y4" fmla="*/ 60 h 435"/>
              <a:gd name="p0x5" fmla="*/ 1634 w 1634"/>
              <a:gd name="p0y5" fmla="*/ 375 h 435"/>
              <a:gd name="p0x6" fmla="*/ 1634 w 1634"/>
              <a:gd name="p0y6" fmla="*/ 408 h 435"/>
              <a:gd name="p0x7" fmla="*/ 1607 w 1634"/>
              <a:gd name="p0y7" fmla="*/ 435 h 435"/>
              <a:gd name="p0x8" fmla="*/ 1574 w 1634"/>
              <a:gd name="p0y8" fmla="*/ 435 h 435"/>
              <a:gd name="p0x9" fmla="*/ 60 w 1634"/>
              <a:gd name="p0y9" fmla="*/ 435 h 435"/>
              <a:gd name="p0x10" fmla="*/ 26 w 1634"/>
              <a:gd name="p0y10" fmla="*/ 435 h 435"/>
              <a:gd name="p0x11" fmla="*/ 0 w 1634"/>
              <a:gd name="p0y11" fmla="*/ 408 h 435"/>
              <a:gd name="p0x12" fmla="*/ 0 w 1634"/>
              <a:gd name="p0y12" fmla="*/ 375 h 435"/>
              <a:gd name="p0x13" fmla="*/ 0 w 1634"/>
              <a:gd name="p0y13" fmla="*/ 60 h 435"/>
              <a:gd name="p0x14" fmla="*/ 0 w 1634"/>
              <a:gd name="p0y14" fmla="*/ 26 h 435"/>
              <a:gd name="p0x15" fmla="*/ 26 w 1634"/>
              <a:gd name="p0y15" fmla="*/ 0 h 435"/>
              <a:gd name="p0x16" fmla="*/ 60 w 1634"/>
              <a:gd name="p0y16" fmla="*/ 0 h 435"/>
            </a:gdLst>
            <a:ahLst/>
            <a:cxnLst/>
            <a:pathLst>
              <a:path w="1634" h="435">
                <a:moveTo>
                  <a:pt x="60" y="0"/>
                </a:moveTo>
                <a:lnTo>
                  <a:pt x="1574" y="0"/>
                </a:lnTo>
                <a:cubicBezTo>
                  <a:pt x="1607" y="0"/>
                  <a:pt x="1634" y="27"/>
                  <a:pt x="1634" y="60"/>
                </a:cubicBezTo>
                <a:lnTo>
                  <a:pt x="1634" y="375"/>
                </a:lnTo>
                <a:cubicBezTo>
                  <a:pt x="1634" y="408"/>
                  <a:pt x="1607" y="435"/>
                  <a:pt x="1574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3" name="文本框 182"/>
          <p:cNvSpPr txBox="1"/>
          <p:nvPr>
            <p:custDataLst>
              <p:tags r:id="rId46"/>
            </p:custDataLst>
          </p:nvPr>
        </p:nvSpPr>
        <p:spPr>
          <a:xfrm>
            <a:off x="875389" y="4177384"/>
            <a:ext cx="1032597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JWT+bcrypt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0" name="任意多边形 139"/>
          <p:cNvSpPr/>
          <p:nvPr>
            <p:custDataLst>
              <p:tags r:id="rId47"/>
            </p:custDataLst>
          </p:nvPr>
        </p:nvSpPr>
        <p:spPr>
          <a:xfrm>
            <a:off x="1850720" y="4138876"/>
            <a:ext cx="510406" cy="274786"/>
          </a:xfrm>
          <a:custGeom>
            <a:avLst/>
            <a:gdLst>
              <a:gd name="sw" fmla="*/ 1 w 808"/>
              <a:gd name="sh" fmla="*/ 1 h 435"/>
              <a:gd name="mins" fmla="min sw sh"/>
              <a:gd name="dsw" fmla="+- 0 sw mins"/>
              <a:gd name="dsh" fmla="+- 0 sh mins"/>
              <a:gd name="p0x0" fmla="*/ 60 w 808"/>
              <a:gd name="p0y0" fmla="*/ 0 h 435"/>
              <a:gd name="p0x1" fmla="*/ 748 w 808"/>
              <a:gd name="p0y1" fmla="*/ 0 h 435"/>
              <a:gd name="p0x2" fmla="*/ 781 w 808"/>
              <a:gd name="p0y2" fmla="*/ 0 h 435"/>
              <a:gd name="p0x3" fmla="*/ 808 w 808"/>
              <a:gd name="p0y3" fmla="*/ 26 h 435"/>
              <a:gd name="p0x4" fmla="*/ 808 w 808"/>
              <a:gd name="p0y4" fmla="*/ 60 h 435"/>
              <a:gd name="p0x5" fmla="*/ 808 w 808"/>
              <a:gd name="p0y5" fmla="*/ 375 h 435"/>
              <a:gd name="p0x6" fmla="*/ 808 w 808"/>
              <a:gd name="p0y6" fmla="*/ 408 h 435"/>
              <a:gd name="p0x7" fmla="*/ 781 w 808"/>
              <a:gd name="p0y7" fmla="*/ 435 h 435"/>
              <a:gd name="p0x8" fmla="*/ 748 w 808"/>
              <a:gd name="p0y8" fmla="*/ 435 h 435"/>
              <a:gd name="p0x9" fmla="*/ 60 w 808"/>
              <a:gd name="p0y9" fmla="*/ 435 h 435"/>
              <a:gd name="p0x10" fmla="*/ 26 w 808"/>
              <a:gd name="p0y10" fmla="*/ 435 h 435"/>
              <a:gd name="p0x11" fmla="*/ 0 w 808"/>
              <a:gd name="p0y11" fmla="*/ 408 h 435"/>
              <a:gd name="p0x12" fmla="*/ 0 w 808"/>
              <a:gd name="p0y12" fmla="*/ 375 h 435"/>
              <a:gd name="p0x13" fmla="*/ 0 w 808"/>
              <a:gd name="p0y13" fmla="*/ 60 h 435"/>
              <a:gd name="p0x14" fmla="*/ 0 w 808"/>
              <a:gd name="p0y14" fmla="*/ 26 h 435"/>
              <a:gd name="p0x15" fmla="*/ 26 w 808"/>
              <a:gd name="p0y15" fmla="*/ 0 h 435"/>
              <a:gd name="p0x16" fmla="*/ 60 w 808"/>
              <a:gd name="p0y16" fmla="*/ 0 h 435"/>
            </a:gdLst>
            <a:ahLst/>
            <a:cxnLst/>
            <a:pathLst>
              <a:path w="808" h="435">
                <a:moveTo>
                  <a:pt x="60" y="0"/>
                </a:moveTo>
                <a:lnTo>
                  <a:pt x="748" y="0"/>
                </a:lnTo>
                <a:cubicBezTo>
                  <a:pt x="781" y="0"/>
                  <a:pt x="808" y="27"/>
                  <a:pt x="808" y="60"/>
                </a:cubicBezTo>
                <a:lnTo>
                  <a:pt x="808" y="375"/>
                </a:lnTo>
                <a:cubicBezTo>
                  <a:pt x="808" y="408"/>
                  <a:pt x="781" y="435"/>
                  <a:pt x="748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4" name="文本框 183"/>
          <p:cNvSpPr txBox="1"/>
          <p:nvPr>
            <p:custDataLst>
              <p:tags r:id="rId48"/>
            </p:custDataLst>
          </p:nvPr>
        </p:nvSpPr>
        <p:spPr>
          <a:xfrm>
            <a:off x="1926936" y="4177384"/>
            <a:ext cx="51048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httpx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1" name="任意多边形 140"/>
          <p:cNvSpPr/>
          <p:nvPr>
            <p:custDataLst>
              <p:tags r:id="rId49"/>
            </p:custDataLst>
          </p:nvPr>
        </p:nvSpPr>
        <p:spPr>
          <a:xfrm>
            <a:off x="2380077" y="4138876"/>
            <a:ext cx="452291" cy="274786"/>
          </a:xfrm>
          <a:custGeom>
            <a:avLst/>
            <a:gdLst>
              <a:gd name="sw" fmla="*/ 1 w 715"/>
              <a:gd name="sh" fmla="*/ 1 h 435"/>
              <a:gd name="mins" fmla="min sw sh"/>
              <a:gd name="dsw" fmla="+- 0 sw mins"/>
              <a:gd name="dsh" fmla="+- 0 sh mins"/>
              <a:gd name="p0x0" fmla="*/ 60 w 715"/>
              <a:gd name="p0y0" fmla="*/ 0 h 435"/>
              <a:gd name="p0x1" fmla="*/ 655 w 715"/>
              <a:gd name="p0y1" fmla="*/ 0 h 435"/>
              <a:gd name="p0x2" fmla="*/ 688 w 715"/>
              <a:gd name="p0y2" fmla="*/ 0 h 435"/>
              <a:gd name="p0x3" fmla="*/ 715 w 715"/>
              <a:gd name="p0y3" fmla="*/ 26 h 435"/>
              <a:gd name="p0x4" fmla="*/ 715 w 715"/>
              <a:gd name="p0y4" fmla="*/ 60 h 435"/>
              <a:gd name="p0x5" fmla="*/ 715 w 715"/>
              <a:gd name="p0y5" fmla="*/ 375 h 435"/>
              <a:gd name="p0x6" fmla="*/ 715 w 715"/>
              <a:gd name="p0y6" fmla="*/ 408 h 435"/>
              <a:gd name="p0x7" fmla="*/ 688 w 715"/>
              <a:gd name="p0y7" fmla="*/ 435 h 435"/>
              <a:gd name="p0x8" fmla="*/ 655 w 715"/>
              <a:gd name="p0y8" fmla="*/ 435 h 435"/>
              <a:gd name="p0x9" fmla="*/ 60 w 715"/>
              <a:gd name="p0y9" fmla="*/ 435 h 435"/>
              <a:gd name="p0x10" fmla="*/ 26 w 715"/>
              <a:gd name="p0y10" fmla="*/ 435 h 435"/>
              <a:gd name="p0x11" fmla="*/ 0 w 715"/>
              <a:gd name="p0y11" fmla="*/ 408 h 435"/>
              <a:gd name="p0x12" fmla="*/ 0 w 715"/>
              <a:gd name="p0y12" fmla="*/ 375 h 435"/>
              <a:gd name="p0x13" fmla="*/ 0 w 715"/>
              <a:gd name="p0y13" fmla="*/ 60 h 435"/>
              <a:gd name="p0x14" fmla="*/ 0 w 715"/>
              <a:gd name="p0y14" fmla="*/ 26 h 435"/>
              <a:gd name="p0x15" fmla="*/ 26 w 715"/>
              <a:gd name="p0y15" fmla="*/ 0 h 435"/>
              <a:gd name="p0x16" fmla="*/ 60 w 715"/>
              <a:gd name="p0y16" fmla="*/ 0 h 435"/>
            </a:gdLst>
            <a:ahLst/>
            <a:cxnLst/>
            <a:pathLst>
              <a:path w="716" h="435">
                <a:moveTo>
                  <a:pt x="60" y="0"/>
                </a:moveTo>
                <a:lnTo>
                  <a:pt x="656" y="0"/>
                </a:lnTo>
                <a:cubicBezTo>
                  <a:pt x="689" y="0"/>
                  <a:pt x="716" y="27"/>
                  <a:pt x="716" y="60"/>
                </a:cubicBezTo>
                <a:lnTo>
                  <a:pt x="716" y="375"/>
                </a:lnTo>
                <a:cubicBezTo>
                  <a:pt x="716" y="408"/>
                  <a:pt x="689" y="435"/>
                  <a:pt x="656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5" name="文本框 184"/>
          <p:cNvSpPr txBox="1"/>
          <p:nvPr>
            <p:custDataLst>
              <p:tags r:id="rId50"/>
            </p:custDataLst>
          </p:nvPr>
        </p:nvSpPr>
        <p:spPr>
          <a:xfrm>
            <a:off x="2456372" y="4177384"/>
            <a:ext cx="452003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Ruff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2" name="任意多边形 141"/>
          <p:cNvSpPr/>
          <p:nvPr>
            <p:custDataLst>
              <p:tags r:id="rId51"/>
            </p:custDataLst>
          </p:nvPr>
        </p:nvSpPr>
        <p:spPr>
          <a:xfrm>
            <a:off x="2851318" y="4138876"/>
            <a:ext cx="889421" cy="274786"/>
          </a:xfrm>
          <a:custGeom>
            <a:avLst/>
            <a:gdLst>
              <a:gd name="sw" fmla="*/ 1 w 1408"/>
              <a:gd name="sh" fmla="*/ 1 h 435"/>
              <a:gd name="mins" fmla="min sw sh"/>
              <a:gd name="dsw" fmla="+- 0 sw mins"/>
              <a:gd name="dsh" fmla="+- 0 sh mins"/>
              <a:gd name="p0x0" fmla="*/ 60 w 1408"/>
              <a:gd name="p0y0" fmla="*/ 0 h 435"/>
              <a:gd name="p0x1" fmla="*/ 1348 w 1408"/>
              <a:gd name="p0y1" fmla="*/ 0 h 435"/>
              <a:gd name="p0x2" fmla="*/ 1381 w 1408"/>
              <a:gd name="p0y2" fmla="*/ 0 h 435"/>
              <a:gd name="p0x3" fmla="*/ 1408 w 1408"/>
              <a:gd name="p0y3" fmla="*/ 26 h 435"/>
              <a:gd name="p0x4" fmla="*/ 1408 w 1408"/>
              <a:gd name="p0y4" fmla="*/ 60 h 435"/>
              <a:gd name="p0x5" fmla="*/ 1408 w 1408"/>
              <a:gd name="p0y5" fmla="*/ 375 h 435"/>
              <a:gd name="p0x6" fmla="*/ 1408 w 1408"/>
              <a:gd name="p0y6" fmla="*/ 408 h 435"/>
              <a:gd name="p0x7" fmla="*/ 1381 w 1408"/>
              <a:gd name="p0y7" fmla="*/ 435 h 435"/>
              <a:gd name="p0x8" fmla="*/ 1348 w 1408"/>
              <a:gd name="p0y8" fmla="*/ 435 h 435"/>
              <a:gd name="p0x9" fmla="*/ 60 w 1408"/>
              <a:gd name="p0y9" fmla="*/ 435 h 435"/>
              <a:gd name="p0x10" fmla="*/ 26 w 1408"/>
              <a:gd name="p0y10" fmla="*/ 435 h 435"/>
              <a:gd name="p0x11" fmla="*/ 0 w 1408"/>
              <a:gd name="p0y11" fmla="*/ 408 h 435"/>
              <a:gd name="p0x12" fmla="*/ 0 w 1408"/>
              <a:gd name="p0y12" fmla="*/ 375 h 435"/>
              <a:gd name="p0x13" fmla="*/ 0 w 1408"/>
              <a:gd name="p0y13" fmla="*/ 60 h 435"/>
              <a:gd name="p0x14" fmla="*/ 0 w 1408"/>
              <a:gd name="p0y14" fmla="*/ 26 h 435"/>
              <a:gd name="p0x15" fmla="*/ 26 w 1408"/>
              <a:gd name="p0y15" fmla="*/ 0 h 435"/>
              <a:gd name="p0x16" fmla="*/ 60 w 1408"/>
              <a:gd name="p0y16" fmla="*/ 0 h 435"/>
            </a:gdLst>
            <a:ahLst/>
            <a:cxnLst/>
            <a:pathLst>
              <a:path w="1408" h="435">
                <a:moveTo>
                  <a:pt x="60" y="0"/>
                </a:moveTo>
                <a:lnTo>
                  <a:pt x="1348" y="0"/>
                </a:lnTo>
                <a:cubicBezTo>
                  <a:pt x="1381" y="0"/>
                  <a:pt x="1408" y="27"/>
                  <a:pt x="1408" y="60"/>
                </a:cubicBezTo>
                <a:lnTo>
                  <a:pt x="1408" y="375"/>
                </a:lnTo>
                <a:cubicBezTo>
                  <a:pt x="1408" y="408"/>
                  <a:pt x="1381" y="435"/>
                  <a:pt x="1348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6" name="文本框 185"/>
          <p:cNvSpPr txBox="1"/>
          <p:nvPr>
            <p:custDataLst>
              <p:tags r:id="rId52"/>
            </p:custDataLst>
          </p:nvPr>
        </p:nvSpPr>
        <p:spPr>
          <a:xfrm>
            <a:off x="2927326" y="4177384"/>
            <a:ext cx="889500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PyInstaller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3" name="任意多边形 142"/>
          <p:cNvSpPr/>
          <p:nvPr>
            <p:custDataLst>
              <p:tags r:id="rId53"/>
            </p:custDataLst>
          </p:nvPr>
        </p:nvSpPr>
        <p:spPr>
          <a:xfrm>
            <a:off x="605025" y="4908276"/>
            <a:ext cx="4817277" cy="164555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120 w 7625"/>
              <a:gd name="p0y0" fmla="*/ 0 h 2604"/>
              <a:gd name="p0x1" fmla="*/ 7505 w 7625"/>
              <a:gd name="p0y1" fmla="*/ 0 h 2604"/>
              <a:gd name="p0x2" fmla="*/ 7572 w 7625"/>
              <a:gd name="p0y2" fmla="*/ 0 h 2604"/>
              <a:gd name="p0x3" fmla="*/ 7625 w 7625"/>
              <a:gd name="p0y3" fmla="*/ 53 h 2604"/>
              <a:gd name="p0x4" fmla="*/ 7625 w 7625"/>
              <a:gd name="p0y4" fmla="*/ 120 h 2604"/>
              <a:gd name="p0x5" fmla="*/ 7625 w 7625"/>
              <a:gd name="p0y5" fmla="*/ 2484 h 2604"/>
              <a:gd name="p0x6" fmla="*/ 7625 w 7625"/>
              <a:gd name="p0y6" fmla="*/ 2551 h 2604"/>
              <a:gd name="p0x7" fmla="*/ 7572 w 7625"/>
              <a:gd name="p0y7" fmla="*/ 2604 h 2604"/>
              <a:gd name="p0x8" fmla="*/ 7505 w 7625"/>
              <a:gd name="p0y8" fmla="*/ 2604 h 2604"/>
              <a:gd name="p0x9" fmla="*/ 120 w 7625"/>
              <a:gd name="p0y9" fmla="*/ 2604 h 2604"/>
              <a:gd name="p0x10" fmla="*/ 53 w 7625"/>
              <a:gd name="p0y10" fmla="*/ 2604 h 2604"/>
              <a:gd name="p0x11" fmla="*/ 0 w 7625"/>
              <a:gd name="p0y11" fmla="*/ 2551 h 2604"/>
              <a:gd name="p0x12" fmla="*/ 0 w 7625"/>
              <a:gd name="p0y12" fmla="*/ 2484 h 2604"/>
              <a:gd name="p0x13" fmla="*/ 0 w 7625"/>
              <a:gd name="p0y13" fmla="*/ 120 h 2604"/>
              <a:gd name="p0x14" fmla="*/ 0 w 7625"/>
              <a:gd name="p0y14" fmla="*/ 53 h 2604"/>
              <a:gd name="p0x15" fmla="*/ 53 w 7625"/>
              <a:gd name="p0y15" fmla="*/ 0 h 2604"/>
              <a:gd name="p0x16" fmla="*/ 12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4" name="任意多边形 143"/>
          <p:cNvSpPr/>
          <p:nvPr>
            <p:custDataLst>
              <p:tags r:id="rId54"/>
            </p:custDataLst>
          </p:nvPr>
        </p:nvSpPr>
        <p:spPr>
          <a:xfrm>
            <a:off x="799586" y="5102205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87" name="图片 186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4167" t="-2933" r="-4167" b="-2933"/>
          <a:stretch>
            <a:fillRect/>
          </a:stretch>
        </p:blipFill>
        <p:spPr>
          <a:xfrm>
            <a:off x="884864" y="5183062"/>
            <a:ext cx="246360" cy="250781"/>
          </a:xfrm>
          <a:prstGeom prst="rect">
            <a:avLst/>
          </a:prstGeom>
        </p:spPr>
      </p:pic>
      <p:sp>
        <p:nvSpPr>
          <p:cNvPr id="188" name="文本框 187"/>
          <p:cNvSpPr txBox="1"/>
          <p:nvPr>
            <p:custDataLst>
              <p:tags r:id="rId58"/>
            </p:custDataLst>
          </p:nvPr>
        </p:nvSpPr>
        <p:spPr>
          <a:xfrm>
            <a:off x="1330206" y="5153953"/>
            <a:ext cx="1906842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AI / Intelligence</a:t>
            </a:r>
            <a:endParaRPr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5" name="任意多边形 144"/>
          <p:cNvSpPr/>
          <p:nvPr>
            <p:custDataLst>
              <p:tags r:id="rId59"/>
            </p:custDataLst>
          </p:nvPr>
        </p:nvSpPr>
        <p:spPr>
          <a:xfrm>
            <a:off x="799586" y="5632826"/>
            <a:ext cx="1087772" cy="274786"/>
          </a:xfrm>
          <a:custGeom>
            <a:avLst/>
            <a:gdLst>
              <a:gd name="sw" fmla="*/ 1 w 1722"/>
              <a:gd name="sh" fmla="*/ 1 h 435"/>
              <a:gd name="mins" fmla="min sw sh"/>
              <a:gd name="dsw" fmla="+- 0 sw mins"/>
              <a:gd name="dsh" fmla="+- 0 sh mins"/>
              <a:gd name="p0x0" fmla="*/ 60 w 1722"/>
              <a:gd name="p0y0" fmla="*/ 0 h 435"/>
              <a:gd name="p0x1" fmla="*/ 1662 w 1722"/>
              <a:gd name="p0y1" fmla="*/ 0 h 435"/>
              <a:gd name="p0x2" fmla="*/ 1695 w 1722"/>
              <a:gd name="p0y2" fmla="*/ 0 h 435"/>
              <a:gd name="p0x3" fmla="*/ 1722 w 1722"/>
              <a:gd name="p0y3" fmla="*/ 26 h 435"/>
              <a:gd name="p0x4" fmla="*/ 1722 w 1722"/>
              <a:gd name="p0y4" fmla="*/ 60 h 435"/>
              <a:gd name="p0x5" fmla="*/ 1722 w 1722"/>
              <a:gd name="p0y5" fmla="*/ 375 h 435"/>
              <a:gd name="p0x6" fmla="*/ 1722 w 1722"/>
              <a:gd name="p0y6" fmla="*/ 408 h 435"/>
              <a:gd name="p0x7" fmla="*/ 1695 w 1722"/>
              <a:gd name="p0y7" fmla="*/ 435 h 435"/>
              <a:gd name="p0x8" fmla="*/ 1662 w 1722"/>
              <a:gd name="p0y8" fmla="*/ 435 h 435"/>
              <a:gd name="p0x9" fmla="*/ 60 w 1722"/>
              <a:gd name="p0y9" fmla="*/ 435 h 435"/>
              <a:gd name="p0x10" fmla="*/ 26 w 1722"/>
              <a:gd name="p0y10" fmla="*/ 435 h 435"/>
              <a:gd name="p0x11" fmla="*/ 0 w 1722"/>
              <a:gd name="p0y11" fmla="*/ 408 h 435"/>
              <a:gd name="p0x12" fmla="*/ 0 w 1722"/>
              <a:gd name="p0y12" fmla="*/ 375 h 435"/>
              <a:gd name="p0x13" fmla="*/ 0 w 1722"/>
              <a:gd name="p0y13" fmla="*/ 60 h 435"/>
              <a:gd name="p0x14" fmla="*/ 0 w 1722"/>
              <a:gd name="p0y14" fmla="*/ 26 h 435"/>
              <a:gd name="p0x15" fmla="*/ 26 w 1722"/>
              <a:gd name="p0y15" fmla="*/ 0 h 435"/>
              <a:gd name="p0x16" fmla="*/ 60 w 1722"/>
              <a:gd name="p0y16" fmla="*/ 0 h 435"/>
            </a:gdLst>
            <a:ahLst/>
            <a:cxnLst/>
            <a:pathLst>
              <a:path w="1722" h="435">
                <a:moveTo>
                  <a:pt x="60" y="0"/>
                </a:moveTo>
                <a:lnTo>
                  <a:pt x="1662" y="0"/>
                </a:lnTo>
                <a:cubicBezTo>
                  <a:pt x="1695" y="0"/>
                  <a:pt x="1722" y="27"/>
                  <a:pt x="1722" y="60"/>
                </a:cubicBezTo>
                <a:lnTo>
                  <a:pt x="1722" y="375"/>
                </a:lnTo>
                <a:cubicBezTo>
                  <a:pt x="1722" y="408"/>
                  <a:pt x="1695" y="435"/>
                  <a:pt x="1662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89" name="文本框 188"/>
          <p:cNvSpPr txBox="1"/>
          <p:nvPr>
            <p:custDataLst>
              <p:tags r:id="rId60"/>
            </p:custDataLst>
          </p:nvPr>
        </p:nvSpPr>
        <p:spPr>
          <a:xfrm>
            <a:off x="875389" y="5671308"/>
            <a:ext cx="108796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iFlytek Spark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46" name="任意多边形 145"/>
          <p:cNvSpPr/>
          <p:nvPr>
            <p:custDataLst>
              <p:tags r:id="rId61"/>
            </p:custDataLst>
          </p:nvPr>
        </p:nvSpPr>
        <p:spPr>
          <a:xfrm>
            <a:off x="1906309" y="5632826"/>
            <a:ext cx="1234956" cy="274786"/>
          </a:xfrm>
          <a:custGeom>
            <a:avLst/>
            <a:gdLst>
              <a:gd name="sw" fmla="*/ 1 w 1955"/>
              <a:gd name="sh" fmla="*/ 1 h 435"/>
              <a:gd name="mins" fmla="min sw sh"/>
              <a:gd name="dsw" fmla="+- 0 sw mins"/>
              <a:gd name="dsh" fmla="+- 0 sh mins"/>
              <a:gd name="p0x0" fmla="*/ 60 w 1955"/>
              <a:gd name="p0y0" fmla="*/ 0 h 435"/>
              <a:gd name="p0x1" fmla="*/ 1895 w 1955"/>
              <a:gd name="p0y1" fmla="*/ 0 h 435"/>
              <a:gd name="p0x2" fmla="*/ 1928 w 1955"/>
              <a:gd name="p0y2" fmla="*/ 0 h 435"/>
              <a:gd name="p0x3" fmla="*/ 1955 w 1955"/>
              <a:gd name="p0y3" fmla="*/ 26 h 435"/>
              <a:gd name="p0x4" fmla="*/ 1955 w 1955"/>
              <a:gd name="p0y4" fmla="*/ 60 h 435"/>
              <a:gd name="p0x5" fmla="*/ 1955 w 1955"/>
              <a:gd name="p0y5" fmla="*/ 375 h 435"/>
              <a:gd name="p0x6" fmla="*/ 1955 w 1955"/>
              <a:gd name="p0y6" fmla="*/ 408 h 435"/>
              <a:gd name="p0x7" fmla="*/ 1928 w 1955"/>
              <a:gd name="p0y7" fmla="*/ 435 h 435"/>
              <a:gd name="p0x8" fmla="*/ 1895 w 1955"/>
              <a:gd name="p0y8" fmla="*/ 435 h 435"/>
              <a:gd name="p0x9" fmla="*/ 60 w 1955"/>
              <a:gd name="p0y9" fmla="*/ 435 h 435"/>
              <a:gd name="p0x10" fmla="*/ 26 w 1955"/>
              <a:gd name="p0y10" fmla="*/ 435 h 435"/>
              <a:gd name="p0x11" fmla="*/ 0 w 1955"/>
              <a:gd name="p0y11" fmla="*/ 408 h 435"/>
              <a:gd name="p0x12" fmla="*/ 0 w 1955"/>
              <a:gd name="p0y12" fmla="*/ 375 h 435"/>
              <a:gd name="p0x13" fmla="*/ 0 w 1955"/>
              <a:gd name="p0y13" fmla="*/ 60 h 435"/>
              <a:gd name="p0x14" fmla="*/ 0 w 1955"/>
              <a:gd name="p0y14" fmla="*/ 26 h 435"/>
              <a:gd name="p0x15" fmla="*/ 26 w 1955"/>
              <a:gd name="p0y15" fmla="*/ 0 h 435"/>
              <a:gd name="p0x16" fmla="*/ 60 w 1955"/>
              <a:gd name="p0y16" fmla="*/ 0 h 435"/>
            </a:gdLst>
            <a:ahLst/>
            <a:cxnLst/>
            <a:pathLst>
              <a:path w="1955" h="435">
                <a:moveTo>
                  <a:pt x="60" y="0"/>
                </a:moveTo>
                <a:lnTo>
                  <a:pt x="1895" y="0"/>
                </a:lnTo>
                <a:cubicBezTo>
                  <a:pt x="1928" y="0"/>
                  <a:pt x="1955" y="27"/>
                  <a:pt x="1955" y="60"/>
                </a:cubicBezTo>
                <a:lnTo>
                  <a:pt x="1955" y="375"/>
                </a:lnTo>
                <a:cubicBezTo>
                  <a:pt x="1955" y="408"/>
                  <a:pt x="1928" y="435"/>
                  <a:pt x="189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90" name="文本框 189"/>
          <p:cNvSpPr txBox="1"/>
          <p:nvPr>
            <p:custDataLst>
              <p:tags r:id="rId62"/>
            </p:custDataLst>
          </p:nvPr>
        </p:nvSpPr>
        <p:spPr>
          <a:xfrm>
            <a:off x="1982301" y="5671308"/>
            <a:ext cx="1235199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lang="en-US" alt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OpenAI</a:t>
            </a:r>
            <a:r>
              <a:rPr lang="zh-CN" alt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兼容</a:t>
            </a:r>
            <a:r>
              <a:rPr lang="en-US" alt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API</a:t>
            </a:r>
            <a:endParaRPr lang="en-US" alt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47" name="任意多边形 146"/>
          <p:cNvSpPr/>
          <p:nvPr>
            <p:custDataLst>
              <p:tags r:id="rId63"/>
            </p:custDataLst>
          </p:nvPr>
        </p:nvSpPr>
        <p:spPr>
          <a:xfrm>
            <a:off x="3160215" y="5632826"/>
            <a:ext cx="757398" cy="274786"/>
          </a:xfrm>
          <a:custGeom>
            <a:avLst/>
            <a:gdLst>
              <a:gd name="sw" fmla="*/ 1 w 1198"/>
              <a:gd name="sh" fmla="*/ 1 h 435"/>
              <a:gd name="mins" fmla="min sw sh"/>
              <a:gd name="dsw" fmla="+- 0 sw mins"/>
              <a:gd name="dsh" fmla="+- 0 sh mins"/>
              <a:gd name="p0x0" fmla="*/ 60 w 1198"/>
              <a:gd name="p0y0" fmla="*/ 0 h 435"/>
              <a:gd name="p0x1" fmla="*/ 1138 w 1198"/>
              <a:gd name="p0y1" fmla="*/ 0 h 435"/>
              <a:gd name="p0x2" fmla="*/ 1171 w 1198"/>
              <a:gd name="p0y2" fmla="*/ 0 h 435"/>
              <a:gd name="p0x3" fmla="*/ 1198 w 1198"/>
              <a:gd name="p0y3" fmla="*/ 26 h 435"/>
              <a:gd name="p0x4" fmla="*/ 1198 w 1198"/>
              <a:gd name="p0y4" fmla="*/ 60 h 435"/>
              <a:gd name="p0x5" fmla="*/ 1198 w 1198"/>
              <a:gd name="p0y5" fmla="*/ 375 h 435"/>
              <a:gd name="p0x6" fmla="*/ 1198 w 1198"/>
              <a:gd name="p0y6" fmla="*/ 408 h 435"/>
              <a:gd name="p0x7" fmla="*/ 1171 w 1198"/>
              <a:gd name="p0y7" fmla="*/ 435 h 435"/>
              <a:gd name="p0x8" fmla="*/ 1138 w 1198"/>
              <a:gd name="p0y8" fmla="*/ 435 h 435"/>
              <a:gd name="p0x9" fmla="*/ 60 w 1198"/>
              <a:gd name="p0y9" fmla="*/ 435 h 435"/>
              <a:gd name="p0x10" fmla="*/ 26 w 1198"/>
              <a:gd name="p0y10" fmla="*/ 435 h 435"/>
              <a:gd name="p0x11" fmla="*/ 0 w 1198"/>
              <a:gd name="p0y11" fmla="*/ 408 h 435"/>
              <a:gd name="p0x12" fmla="*/ 0 w 1198"/>
              <a:gd name="p0y12" fmla="*/ 375 h 435"/>
              <a:gd name="p0x13" fmla="*/ 0 w 1198"/>
              <a:gd name="p0y13" fmla="*/ 60 h 435"/>
              <a:gd name="p0x14" fmla="*/ 0 w 1198"/>
              <a:gd name="p0y14" fmla="*/ 26 h 435"/>
              <a:gd name="p0x15" fmla="*/ 26 w 1198"/>
              <a:gd name="p0y15" fmla="*/ 0 h 435"/>
              <a:gd name="p0x16" fmla="*/ 60 w 1198"/>
              <a:gd name="p0y16" fmla="*/ 0 h 435"/>
            </a:gdLst>
            <a:ahLst/>
            <a:cxnLst/>
            <a:pathLst>
              <a:path w="1199" h="435">
                <a:moveTo>
                  <a:pt x="60" y="0"/>
                </a:moveTo>
                <a:lnTo>
                  <a:pt x="1139" y="0"/>
                </a:lnTo>
                <a:cubicBezTo>
                  <a:pt x="1172" y="0"/>
                  <a:pt x="1199" y="27"/>
                  <a:pt x="1199" y="60"/>
                </a:cubicBezTo>
                <a:lnTo>
                  <a:pt x="1199" y="375"/>
                </a:lnTo>
                <a:cubicBezTo>
                  <a:pt x="1199" y="408"/>
                  <a:pt x="1172" y="435"/>
                  <a:pt x="1139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91" name="文本框 190"/>
          <p:cNvSpPr txBox="1"/>
          <p:nvPr>
            <p:custDataLst>
              <p:tags r:id="rId64"/>
            </p:custDataLst>
          </p:nvPr>
        </p:nvSpPr>
        <p:spPr>
          <a:xfrm>
            <a:off x="3236460" y="5671308"/>
            <a:ext cx="757290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SSE</a:t>
            </a:r>
            <a:r>
              <a:rPr 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流式</a:t>
            </a:r>
            <a:endParaRPr 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48" name="任意多边形 147"/>
          <p:cNvSpPr/>
          <p:nvPr>
            <p:custDataLst>
              <p:tags r:id="rId65"/>
            </p:custDataLst>
          </p:nvPr>
        </p:nvSpPr>
        <p:spPr>
          <a:xfrm>
            <a:off x="3936564" y="5632826"/>
            <a:ext cx="728340" cy="274786"/>
          </a:xfrm>
          <a:custGeom>
            <a:avLst/>
            <a:gdLst>
              <a:gd name="sw" fmla="*/ 1 w 1152"/>
              <a:gd name="sh" fmla="*/ 1 h 435"/>
              <a:gd name="mins" fmla="min sw sh"/>
              <a:gd name="dsw" fmla="+- 0 sw mins"/>
              <a:gd name="dsh" fmla="+- 0 sh mins"/>
              <a:gd name="p0x0" fmla="*/ 60 w 1152"/>
              <a:gd name="p0y0" fmla="*/ 0 h 435"/>
              <a:gd name="p0x1" fmla="*/ 1092 w 1152"/>
              <a:gd name="p0y1" fmla="*/ 0 h 435"/>
              <a:gd name="p0x2" fmla="*/ 1125 w 1152"/>
              <a:gd name="p0y2" fmla="*/ 0 h 435"/>
              <a:gd name="p0x3" fmla="*/ 1152 w 1152"/>
              <a:gd name="p0y3" fmla="*/ 26 h 435"/>
              <a:gd name="p0x4" fmla="*/ 1152 w 1152"/>
              <a:gd name="p0y4" fmla="*/ 60 h 435"/>
              <a:gd name="p0x5" fmla="*/ 1152 w 1152"/>
              <a:gd name="p0y5" fmla="*/ 375 h 435"/>
              <a:gd name="p0x6" fmla="*/ 1152 w 1152"/>
              <a:gd name="p0y6" fmla="*/ 408 h 435"/>
              <a:gd name="p0x7" fmla="*/ 1125 w 1152"/>
              <a:gd name="p0y7" fmla="*/ 435 h 435"/>
              <a:gd name="p0x8" fmla="*/ 1092 w 1152"/>
              <a:gd name="p0y8" fmla="*/ 435 h 435"/>
              <a:gd name="p0x9" fmla="*/ 60 w 1152"/>
              <a:gd name="p0y9" fmla="*/ 435 h 435"/>
              <a:gd name="p0x10" fmla="*/ 26 w 1152"/>
              <a:gd name="p0y10" fmla="*/ 435 h 435"/>
              <a:gd name="p0x11" fmla="*/ 0 w 1152"/>
              <a:gd name="p0y11" fmla="*/ 408 h 435"/>
              <a:gd name="p0x12" fmla="*/ 0 w 1152"/>
              <a:gd name="p0y12" fmla="*/ 375 h 435"/>
              <a:gd name="p0x13" fmla="*/ 0 w 1152"/>
              <a:gd name="p0y13" fmla="*/ 60 h 435"/>
              <a:gd name="p0x14" fmla="*/ 0 w 1152"/>
              <a:gd name="p0y14" fmla="*/ 26 h 435"/>
              <a:gd name="p0x15" fmla="*/ 26 w 1152"/>
              <a:gd name="p0y15" fmla="*/ 0 h 435"/>
              <a:gd name="p0x16" fmla="*/ 60 w 1152"/>
              <a:gd name="p0y16" fmla="*/ 0 h 435"/>
            </a:gdLst>
            <a:ahLst/>
            <a:cxnLst/>
            <a:pathLst>
              <a:path w="1153" h="435">
                <a:moveTo>
                  <a:pt x="60" y="0"/>
                </a:moveTo>
                <a:lnTo>
                  <a:pt x="1093" y="0"/>
                </a:lnTo>
                <a:cubicBezTo>
                  <a:pt x="1126" y="0"/>
                  <a:pt x="1153" y="27"/>
                  <a:pt x="1153" y="60"/>
                </a:cubicBezTo>
                <a:lnTo>
                  <a:pt x="1153" y="375"/>
                </a:lnTo>
                <a:cubicBezTo>
                  <a:pt x="1153" y="408"/>
                  <a:pt x="1126" y="435"/>
                  <a:pt x="1093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92" name="文本框 191"/>
          <p:cNvSpPr txBox="1"/>
          <p:nvPr>
            <p:custDataLst>
              <p:tags r:id="rId66"/>
            </p:custDataLst>
          </p:nvPr>
        </p:nvSpPr>
        <p:spPr>
          <a:xfrm>
            <a:off x="4012702" y="5671308"/>
            <a:ext cx="72820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TTS</a:t>
            </a:r>
            <a:r>
              <a:rPr 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语音</a:t>
            </a:r>
            <a:endParaRPr 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49" name="任意多边形 148"/>
          <p:cNvSpPr/>
          <p:nvPr>
            <p:custDataLst>
              <p:tags r:id="rId67"/>
            </p:custDataLst>
          </p:nvPr>
        </p:nvSpPr>
        <p:spPr>
          <a:xfrm>
            <a:off x="799586" y="5983415"/>
            <a:ext cx="888789" cy="274786"/>
          </a:xfrm>
          <a:custGeom>
            <a:avLst/>
            <a:gdLst>
              <a:gd name="sw" fmla="*/ 1 w 1407"/>
              <a:gd name="sh" fmla="*/ 1 h 435"/>
              <a:gd name="mins" fmla="min sw sh"/>
              <a:gd name="dsw" fmla="+- 0 sw mins"/>
              <a:gd name="dsh" fmla="+- 0 sh mins"/>
              <a:gd name="p0x0" fmla="*/ 60 w 1407"/>
              <a:gd name="p0y0" fmla="*/ 0 h 435"/>
              <a:gd name="p0x1" fmla="*/ 1347 w 1407"/>
              <a:gd name="p0y1" fmla="*/ 0 h 435"/>
              <a:gd name="p0x2" fmla="*/ 1380 w 1407"/>
              <a:gd name="p0y2" fmla="*/ 0 h 435"/>
              <a:gd name="p0x3" fmla="*/ 1407 w 1407"/>
              <a:gd name="p0y3" fmla="*/ 26 h 435"/>
              <a:gd name="p0x4" fmla="*/ 1407 w 1407"/>
              <a:gd name="p0y4" fmla="*/ 60 h 435"/>
              <a:gd name="p0x5" fmla="*/ 1407 w 1407"/>
              <a:gd name="p0y5" fmla="*/ 375 h 435"/>
              <a:gd name="p0x6" fmla="*/ 1407 w 1407"/>
              <a:gd name="p0y6" fmla="*/ 408 h 435"/>
              <a:gd name="p0x7" fmla="*/ 1380 w 1407"/>
              <a:gd name="p0y7" fmla="*/ 435 h 435"/>
              <a:gd name="p0x8" fmla="*/ 1347 w 1407"/>
              <a:gd name="p0y8" fmla="*/ 435 h 435"/>
              <a:gd name="p0x9" fmla="*/ 60 w 1407"/>
              <a:gd name="p0y9" fmla="*/ 435 h 435"/>
              <a:gd name="p0x10" fmla="*/ 26 w 1407"/>
              <a:gd name="p0y10" fmla="*/ 435 h 435"/>
              <a:gd name="p0x11" fmla="*/ 0 w 1407"/>
              <a:gd name="p0y11" fmla="*/ 408 h 435"/>
              <a:gd name="p0x12" fmla="*/ 0 w 1407"/>
              <a:gd name="p0y12" fmla="*/ 375 h 435"/>
              <a:gd name="p0x13" fmla="*/ 0 w 1407"/>
              <a:gd name="p0y13" fmla="*/ 60 h 435"/>
              <a:gd name="p0x14" fmla="*/ 0 w 1407"/>
              <a:gd name="p0y14" fmla="*/ 26 h 435"/>
              <a:gd name="p0x15" fmla="*/ 26 w 1407"/>
              <a:gd name="p0y15" fmla="*/ 0 h 435"/>
              <a:gd name="p0x16" fmla="*/ 60 w 1407"/>
              <a:gd name="p0y16" fmla="*/ 0 h 435"/>
            </a:gdLst>
            <a:ahLst/>
            <a:cxnLst/>
            <a:pathLst>
              <a:path w="1407" h="435">
                <a:moveTo>
                  <a:pt x="60" y="0"/>
                </a:moveTo>
                <a:lnTo>
                  <a:pt x="1347" y="0"/>
                </a:lnTo>
                <a:cubicBezTo>
                  <a:pt x="1380" y="0"/>
                  <a:pt x="1407" y="27"/>
                  <a:pt x="1407" y="60"/>
                </a:cubicBezTo>
                <a:lnTo>
                  <a:pt x="1407" y="375"/>
                </a:lnTo>
                <a:cubicBezTo>
                  <a:pt x="1407" y="408"/>
                  <a:pt x="1380" y="435"/>
                  <a:pt x="1347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93" name="文本框 192"/>
          <p:cNvSpPr txBox="1"/>
          <p:nvPr>
            <p:custDataLst>
              <p:tags r:id="rId68"/>
            </p:custDataLst>
          </p:nvPr>
        </p:nvSpPr>
        <p:spPr>
          <a:xfrm>
            <a:off x="875389" y="6021897"/>
            <a:ext cx="889206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BM25</a:t>
            </a:r>
            <a:r>
              <a:rPr 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检索</a:t>
            </a:r>
            <a:endParaRPr 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50" name="任意多边形 149"/>
          <p:cNvSpPr/>
          <p:nvPr>
            <p:custDataLst>
              <p:tags r:id="rId69"/>
            </p:custDataLst>
          </p:nvPr>
        </p:nvSpPr>
        <p:spPr>
          <a:xfrm>
            <a:off x="1707326" y="5983415"/>
            <a:ext cx="747291" cy="274786"/>
          </a:xfrm>
          <a:custGeom>
            <a:avLst/>
            <a:gdLst>
              <a:gd name="sw" fmla="*/ 1 w 1183"/>
              <a:gd name="sh" fmla="*/ 1 h 435"/>
              <a:gd name="mins" fmla="min sw sh"/>
              <a:gd name="dsw" fmla="+- 0 sw mins"/>
              <a:gd name="dsh" fmla="+- 0 sh mins"/>
              <a:gd name="p0x0" fmla="*/ 60 w 1183"/>
              <a:gd name="p0y0" fmla="*/ 0 h 435"/>
              <a:gd name="p0x1" fmla="*/ 1123 w 1183"/>
              <a:gd name="p0y1" fmla="*/ 0 h 435"/>
              <a:gd name="p0x2" fmla="*/ 1156 w 1183"/>
              <a:gd name="p0y2" fmla="*/ 0 h 435"/>
              <a:gd name="p0x3" fmla="*/ 1183 w 1183"/>
              <a:gd name="p0y3" fmla="*/ 26 h 435"/>
              <a:gd name="p0x4" fmla="*/ 1183 w 1183"/>
              <a:gd name="p0y4" fmla="*/ 60 h 435"/>
              <a:gd name="p0x5" fmla="*/ 1183 w 1183"/>
              <a:gd name="p0y5" fmla="*/ 375 h 435"/>
              <a:gd name="p0x6" fmla="*/ 1183 w 1183"/>
              <a:gd name="p0y6" fmla="*/ 408 h 435"/>
              <a:gd name="p0x7" fmla="*/ 1156 w 1183"/>
              <a:gd name="p0y7" fmla="*/ 435 h 435"/>
              <a:gd name="p0x8" fmla="*/ 1123 w 1183"/>
              <a:gd name="p0y8" fmla="*/ 435 h 435"/>
              <a:gd name="p0x9" fmla="*/ 60 w 1183"/>
              <a:gd name="p0y9" fmla="*/ 435 h 435"/>
              <a:gd name="p0x10" fmla="*/ 26 w 1183"/>
              <a:gd name="p0y10" fmla="*/ 435 h 435"/>
              <a:gd name="p0x11" fmla="*/ 0 w 1183"/>
              <a:gd name="p0y11" fmla="*/ 408 h 435"/>
              <a:gd name="p0x12" fmla="*/ 0 w 1183"/>
              <a:gd name="p0y12" fmla="*/ 375 h 435"/>
              <a:gd name="p0x13" fmla="*/ 0 w 1183"/>
              <a:gd name="p0y13" fmla="*/ 60 h 435"/>
              <a:gd name="p0x14" fmla="*/ 0 w 1183"/>
              <a:gd name="p0y14" fmla="*/ 26 h 435"/>
              <a:gd name="p0x15" fmla="*/ 26 w 1183"/>
              <a:gd name="p0y15" fmla="*/ 0 h 435"/>
              <a:gd name="p0x16" fmla="*/ 60 w 1183"/>
              <a:gd name="p0y16" fmla="*/ 0 h 435"/>
            </a:gdLst>
            <a:ahLst/>
            <a:cxnLst/>
            <a:pathLst>
              <a:path w="1183" h="435">
                <a:moveTo>
                  <a:pt x="60" y="0"/>
                </a:moveTo>
                <a:lnTo>
                  <a:pt x="1123" y="0"/>
                </a:lnTo>
                <a:cubicBezTo>
                  <a:pt x="1156" y="0"/>
                  <a:pt x="1183" y="27"/>
                  <a:pt x="1183" y="60"/>
                </a:cubicBezTo>
                <a:lnTo>
                  <a:pt x="1183" y="375"/>
                </a:lnTo>
                <a:cubicBezTo>
                  <a:pt x="1183" y="408"/>
                  <a:pt x="1156" y="435"/>
                  <a:pt x="1123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94" name="文本框 193"/>
          <p:cNvSpPr txBox="1"/>
          <p:nvPr>
            <p:custDataLst>
              <p:tags r:id="rId70"/>
            </p:custDataLst>
          </p:nvPr>
        </p:nvSpPr>
        <p:spPr>
          <a:xfrm>
            <a:off x="1783546" y="6021897"/>
            <a:ext cx="747446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lang="en-US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AST</a:t>
            </a:r>
            <a:r>
              <a:rPr lang="zh-CN"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分析</a:t>
            </a:r>
            <a:endParaRPr lang="zh-CN"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51" name="任意多边形 150"/>
          <p:cNvSpPr/>
          <p:nvPr>
            <p:custDataLst>
              <p:tags r:id="rId71"/>
            </p:custDataLst>
          </p:nvPr>
        </p:nvSpPr>
        <p:spPr>
          <a:xfrm>
            <a:off x="2473567" y="5983415"/>
            <a:ext cx="716969" cy="274786"/>
          </a:xfrm>
          <a:custGeom>
            <a:avLst/>
            <a:gdLst>
              <a:gd name="sw" fmla="*/ 1 w 1134"/>
              <a:gd name="sh" fmla="*/ 1 h 435"/>
              <a:gd name="mins" fmla="min sw sh"/>
              <a:gd name="dsw" fmla="+- 0 sw mins"/>
              <a:gd name="dsh" fmla="+- 0 sh mins"/>
              <a:gd name="p0x0" fmla="*/ 60 w 1134"/>
              <a:gd name="p0y0" fmla="*/ 0 h 435"/>
              <a:gd name="p0x1" fmla="*/ 1074 w 1134"/>
              <a:gd name="p0y1" fmla="*/ 0 h 435"/>
              <a:gd name="p0x2" fmla="*/ 1107 w 1134"/>
              <a:gd name="p0y2" fmla="*/ 0 h 435"/>
              <a:gd name="p0x3" fmla="*/ 1134 w 1134"/>
              <a:gd name="p0y3" fmla="*/ 26 h 435"/>
              <a:gd name="p0x4" fmla="*/ 1134 w 1134"/>
              <a:gd name="p0y4" fmla="*/ 60 h 435"/>
              <a:gd name="p0x5" fmla="*/ 1134 w 1134"/>
              <a:gd name="p0y5" fmla="*/ 375 h 435"/>
              <a:gd name="p0x6" fmla="*/ 1134 w 1134"/>
              <a:gd name="p0y6" fmla="*/ 408 h 435"/>
              <a:gd name="p0x7" fmla="*/ 1107 w 1134"/>
              <a:gd name="p0y7" fmla="*/ 435 h 435"/>
              <a:gd name="p0x8" fmla="*/ 1074 w 1134"/>
              <a:gd name="p0y8" fmla="*/ 435 h 435"/>
              <a:gd name="p0x9" fmla="*/ 60 w 1134"/>
              <a:gd name="p0y9" fmla="*/ 435 h 435"/>
              <a:gd name="p0x10" fmla="*/ 26 w 1134"/>
              <a:gd name="p0y10" fmla="*/ 435 h 435"/>
              <a:gd name="p0x11" fmla="*/ 0 w 1134"/>
              <a:gd name="p0y11" fmla="*/ 408 h 435"/>
              <a:gd name="p0x12" fmla="*/ 0 w 1134"/>
              <a:gd name="p0y12" fmla="*/ 375 h 435"/>
              <a:gd name="p0x13" fmla="*/ 0 w 1134"/>
              <a:gd name="p0y13" fmla="*/ 60 h 435"/>
              <a:gd name="p0x14" fmla="*/ 0 w 1134"/>
              <a:gd name="p0y14" fmla="*/ 26 h 435"/>
              <a:gd name="p0x15" fmla="*/ 26 w 1134"/>
              <a:gd name="p0y15" fmla="*/ 0 h 435"/>
              <a:gd name="p0x16" fmla="*/ 60 w 1134"/>
              <a:gd name="p0y16" fmla="*/ 0 h 435"/>
            </a:gdLst>
            <a:ahLst/>
            <a:cxnLst/>
            <a:pathLst>
              <a:path w="1135" h="435">
                <a:moveTo>
                  <a:pt x="60" y="0"/>
                </a:moveTo>
                <a:lnTo>
                  <a:pt x="1075" y="0"/>
                </a:lnTo>
                <a:cubicBezTo>
                  <a:pt x="1108" y="0"/>
                  <a:pt x="1135" y="27"/>
                  <a:pt x="1135" y="60"/>
                </a:cubicBezTo>
                <a:lnTo>
                  <a:pt x="1135" y="375"/>
                </a:lnTo>
                <a:cubicBezTo>
                  <a:pt x="1135" y="408"/>
                  <a:pt x="1108" y="435"/>
                  <a:pt x="107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95" name="文本框 194"/>
          <p:cNvSpPr txBox="1"/>
          <p:nvPr>
            <p:custDataLst>
              <p:tags r:id="rId72"/>
            </p:custDataLst>
          </p:nvPr>
        </p:nvSpPr>
        <p:spPr>
          <a:xfrm>
            <a:off x="2549942" y="6021897"/>
            <a:ext cx="716792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GDB MI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2" name="任意多边形 151"/>
          <p:cNvSpPr/>
          <p:nvPr>
            <p:custDataLst>
              <p:tags r:id="rId73"/>
            </p:custDataLst>
          </p:nvPr>
        </p:nvSpPr>
        <p:spPr>
          <a:xfrm>
            <a:off x="3209487" y="5983415"/>
            <a:ext cx="737815" cy="274786"/>
          </a:xfrm>
          <a:custGeom>
            <a:avLst/>
            <a:gdLst>
              <a:gd name="sw" fmla="*/ 1 w 1167"/>
              <a:gd name="sh" fmla="*/ 1 h 435"/>
              <a:gd name="mins" fmla="min sw sh"/>
              <a:gd name="dsw" fmla="+- 0 sw mins"/>
              <a:gd name="dsh" fmla="+- 0 sh mins"/>
              <a:gd name="p0x0" fmla="*/ 60 w 1167"/>
              <a:gd name="p0y0" fmla="*/ 0 h 435"/>
              <a:gd name="p0x1" fmla="*/ 1107 w 1167"/>
              <a:gd name="p0y1" fmla="*/ 0 h 435"/>
              <a:gd name="p0x2" fmla="*/ 1140 w 1167"/>
              <a:gd name="p0y2" fmla="*/ 0 h 435"/>
              <a:gd name="p0x3" fmla="*/ 1167 w 1167"/>
              <a:gd name="p0y3" fmla="*/ 26 h 435"/>
              <a:gd name="p0x4" fmla="*/ 1167 w 1167"/>
              <a:gd name="p0y4" fmla="*/ 60 h 435"/>
              <a:gd name="p0x5" fmla="*/ 1167 w 1167"/>
              <a:gd name="p0y5" fmla="*/ 375 h 435"/>
              <a:gd name="p0x6" fmla="*/ 1167 w 1167"/>
              <a:gd name="p0y6" fmla="*/ 408 h 435"/>
              <a:gd name="p0x7" fmla="*/ 1140 w 1167"/>
              <a:gd name="p0y7" fmla="*/ 435 h 435"/>
              <a:gd name="p0x8" fmla="*/ 1107 w 1167"/>
              <a:gd name="p0y8" fmla="*/ 435 h 435"/>
              <a:gd name="p0x9" fmla="*/ 60 w 1167"/>
              <a:gd name="p0y9" fmla="*/ 435 h 435"/>
              <a:gd name="p0x10" fmla="*/ 26 w 1167"/>
              <a:gd name="p0y10" fmla="*/ 435 h 435"/>
              <a:gd name="p0x11" fmla="*/ 0 w 1167"/>
              <a:gd name="p0y11" fmla="*/ 408 h 435"/>
              <a:gd name="p0x12" fmla="*/ 0 w 1167"/>
              <a:gd name="p0y12" fmla="*/ 375 h 435"/>
              <a:gd name="p0x13" fmla="*/ 0 w 1167"/>
              <a:gd name="p0y13" fmla="*/ 60 h 435"/>
              <a:gd name="p0x14" fmla="*/ 0 w 1167"/>
              <a:gd name="p0y14" fmla="*/ 26 h 435"/>
              <a:gd name="p0x15" fmla="*/ 26 w 1167"/>
              <a:gd name="p0y15" fmla="*/ 0 h 435"/>
              <a:gd name="p0x16" fmla="*/ 60 w 1167"/>
              <a:gd name="p0y16" fmla="*/ 0 h 435"/>
            </a:gdLst>
            <a:ahLst/>
            <a:cxnLst/>
            <a:pathLst>
              <a:path w="1168" h="435">
                <a:moveTo>
                  <a:pt x="60" y="0"/>
                </a:moveTo>
                <a:lnTo>
                  <a:pt x="1108" y="0"/>
                </a:lnTo>
                <a:cubicBezTo>
                  <a:pt x="1141" y="0"/>
                  <a:pt x="1168" y="27"/>
                  <a:pt x="1168" y="60"/>
                </a:cubicBezTo>
                <a:lnTo>
                  <a:pt x="1168" y="375"/>
                </a:lnTo>
                <a:cubicBezTo>
                  <a:pt x="1168" y="408"/>
                  <a:pt x="1141" y="435"/>
                  <a:pt x="1108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96" name="文本框 195"/>
          <p:cNvSpPr txBox="1"/>
          <p:nvPr>
            <p:custDataLst>
              <p:tags r:id="rId74"/>
            </p:custDataLst>
          </p:nvPr>
        </p:nvSpPr>
        <p:spPr>
          <a:xfrm>
            <a:off x="3285685" y="6021897"/>
            <a:ext cx="737449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settrace</a:t>
            </a:r>
            <a:endParaRPr sz="1200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3" name="任意多边形 152"/>
          <p:cNvSpPr/>
          <p:nvPr>
            <p:custDataLst>
              <p:tags r:id="rId75"/>
            </p:custDataLst>
          </p:nvPr>
        </p:nvSpPr>
        <p:spPr>
          <a:xfrm>
            <a:off x="5697087" y="1219200"/>
            <a:ext cx="5889888" cy="2766176"/>
          </a:xfrm>
          <a:custGeom>
            <a:avLst/>
            <a:gdLst>
              <a:gd name="sw" fmla="*/ 1 w 9324"/>
              <a:gd name="sh" fmla="*/ 1 h 4378"/>
              <a:gd name="mins" fmla="min sw sh"/>
              <a:gd name="dsw" fmla="+- 0 sw mins"/>
              <a:gd name="dsh" fmla="+- 0 sh mins"/>
              <a:gd name="p0x0" fmla="*/ 120 w 9324"/>
              <a:gd name="p0y0" fmla="*/ 0 h 4378"/>
              <a:gd name="p0x1" fmla="*/ 9204 w 9324"/>
              <a:gd name="p0y1" fmla="*/ 0 h 4378"/>
              <a:gd name="p0x2" fmla="*/ 9270 w 9324"/>
              <a:gd name="p0y2" fmla="*/ 0 h 4378"/>
              <a:gd name="p0x3" fmla="*/ 9324 w 9324"/>
              <a:gd name="p0y3" fmla="*/ 53 h 4378"/>
              <a:gd name="p0x4" fmla="*/ 9324 w 9324"/>
              <a:gd name="p0y4" fmla="*/ 120 h 4378"/>
              <a:gd name="p0x5" fmla="*/ 9324 w 9324"/>
              <a:gd name="p0y5" fmla="*/ 4258 h 4378"/>
              <a:gd name="p0x6" fmla="*/ 9324 w 9324"/>
              <a:gd name="p0y6" fmla="*/ 4324 h 4378"/>
              <a:gd name="p0x7" fmla="*/ 9270 w 9324"/>
              <a:gd name="p0y7" fmla="*/ 4378 h 4378"/>
              <a:gd name="p0x8" fmla="*/ 9204 w 9324"/>
              <a:gd name="p0y8" fmla="*/ 4378 h 4378"/>
              <a:gd name="p0x9" fmla="*/ 120 w 9324"/>
              <a:gd name="p0y9" fmla="*/ 4378 h 4378"/>
              <a:gd name="p0x10" fmla="*/ 53 w 9324"/>
              <a:gd name="p0y10" fmla="*/ 4378 h 4378"/>
              <a:gd name="p0x11" fmla="*/ 0 w 9324"/>
              <a:gd name="p0y11" fmla="*/ 4324 h 4378"/>
              <a:gd name="p0x12" fmla="*/ 0 w 9324"/>
              <a:gd name="p0y12" fmla="*/ 4258 h 4378"/>
              <a:gd name="p0x13" fmla="*/ 0 w 9324"/>
              <a:gd name="p0y13" fmla="*/ 120 h 4378"/>
              <a:gd name="p0x14" fmla="*/ 0 w 9324"/>
              <a:gd name="p0y14" fmla="*/ 53 h 4378"/>
              <a:gd name="p0x15" fmla="*/ 53 w 9324"/>
              <a:gd name="p0y15" fmla="*/ 0 h 4378"/>
              <a:gd name="p0x16" fmla="*/ 120 w 9324"/>
              <a:gd name="p0y16" fmla="*/ 0 h 437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4" name="任意多边形 153"/>
          <p:cNvSpPr/>
          <p:nvPr>
            <p:custDataLst>
              <p:tags r:id="rId76"/>
            </p:custDataLst>
          </p:nvPr>
        </p:nvSpPr>
        <p:spPr>
          <a:xfrm>
            <a:off x="5891016" y="1413761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197" name="图片 196"/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5959871" y="1493986"/>
            <a:ext cx="279839" cy="251413"/>
          </a:xfrm>
          <a:prstGeom prst="rect">
            <a:avLst/>
          </a:prstGeom>
        </p:spPr>
      </p:pic>
      <p:sp>
        <p:nvSpPr>
          <p:cNvPr id="198" name="文本框 197"/>
          <p:cNvSpPr txBox="1"/>
          <p:nvPr>
            <p:custDataLst>
              <p:tags r:id="rId80"/>
            </p:custDataLst>
          </p:nvPr>
        </p:nvSpPr>
        <p:spPr>
          <a:xfrm>
            <a:off x="6422250" y="1464928"/>
            <a:ext cx="4402417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lang="en-US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API </a:t>
            </a: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路由总览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— 16 </a:t>
            </a: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个模块，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30+ </a:t>
            </a: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端点</a:t>
            </a:r>
            <a:endParaRPr lang="zh-CN" altLang="en-US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99" name="文本框 198"/>
          <p:cNvSpPr txBox="1"/>
          <p:nvPr>
            <p:custDataLst>
              <p:tags r:id="rId81"/>
            </p:custDataLst>
          </p:nvPr>
        </p:nvSpPr>
        <p:spPr>
          <a:xfrm>
            <a:off x="5891629" y="1963332"/>
            <a:ext cx="803113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/api/auth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00" name="文本框 199"/>
          <p:cNvSpPr txBox="1"/>
          <p:nvPr>
            <p:custDataLst>
              <p:tags r:id="rId82"/>
            </p:custDataLst>
          </p:nvPr>
        </p:nvSpPr>
        <p:spPr>
          <a:xfrm>
            <a:off x="6618939" y="1963332"/>
            <a:ext cx="454893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认证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01" name="文本框 200"/>
          <p:cNvSpPr txBox="1"/>
          <p:nvPr>
            <p:custDataLst>
              <p:tags r:id="rId83"/>
            </p:custDataLst>
          </p:nvPr>
        </p:nvSpPr>
        <p:spPr>
          <a:xfrm>
            <a:off x="8680201" y="1963332"/>
            <a:ext cx="1362823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/api/orchestrator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02" name="文本框 201"/>
          <p:cNvSpPr txBox="1"/>
          <p:nvPr>
            <p:custDataLst>
              <p:tags r:id="rId84"/>
            </p:custDataLst>
          </p:nvPr>
        </p:nvSpPr>
        <p:spPr>
          <a:xfrm>
            <a:off x="9967222" y="1963332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编排中心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03" name="文本框 202"/>
          <p:cNvSpPr txBox="1"/>
          <p:nvPr>
            <p:custDataLst>
              <p:tags r:id="rId85"/>
            </p:custDataLst>
          </p:nvPr>
        </p:nvSpPr>
        <p:spPr>
          <a:xfrm>
            <a:off x="5891629" y="2276019"/>
            <a:ext cx="97411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/api/search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04" name="文本框 203"/>
          <p:cNvSpPr txBox="1"/>
          <p:nvPr>
            <p:custDataLst>
              <p:tags r:id="rId86"/>
            </p:custDataLst>
          </p:nvPr>
        </p:nvSpPr>
        <p:spPr>
          <a:xfrm>
            <a:off x="6789941" y="2276019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语义搜索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05" name="文本框 204"/>
          <p:cNvSpPr txBox="1"/>
          <p:nvPr>
            <p:custDataLst>
              <p:tags r:id="rId87"/>
            </p:custDataLst>
          </p:nvPr>
        </p:nvSpPr>
        <p:spPr>
          <a:xfrm>
            <a:off x="8680201" y="2276019"/>
            <a:ext cx="106731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/api/mastery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06" name="文本框 205"/>
          <p:cNvSpPr txBox="1"/>
          <p:nvPr>
            <p:custDataLst>
              <p:tags r:id="rId88"/>
            </p:custDataLst>
          </p:nvPr>
        </p:nvSpPr>
        <p:spPr>
          <a:xfrm>
            <a:off x="9671714" y="2276019"/>
            <a:ext cx="606499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掌握度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07" name="文本框 206"/>
          <p:cNvSpPr txBox="1"/>
          <p:nvPr>
            <p:custDataLst>
              <p:tags r:id="rId89"/>
            </p:custDataLst>
          </p:nvPr>
        </p:nvSpPr>
        <p:spPr>
          <a:xfrm>
            <a:off x="5891629" y="2588706"/>
            <a:ext cx="111706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/api/analytics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08" name="文本框 207"/>
          <p:cNvSpPr txBox="1"/>
          <p:nvPr>
            <p:custDataLst>
              <p:tags r:id="rId90"/>
            </p:custDataLst>
          </p:nvPr>
        </p:nvSpPr>
        <p:spPr>
          <a:xfrm>
            <a:off x="6932887" y="2588706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效果分析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09" name="文本框 208"/>
          <p:cNvSpPr txBox="1"/>
          <p:nvPr>
            <p:custDataLst>
              <p:tags r:id="rId91"/>
            </p:custDataLst>
          </p:nvPr>
        </p:nvSpPr>
        <p:spPr>
          <a:xfrm>
            <a:off x="8680201" y="2588706"/>
            <a:ext cx="92606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/api/health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10" name="文本框 209"/>
          <p:cNvSpPr txBox="1"/>
          <p:nvPr>
            <p:custDataLst>
              <p:tags r:id="rId92"/>
            </p:custDataLst>
          </p:nvPr>
        </p:nvSpPr>
        <p:spPr>
          <a:xfrm>
            <a:off x="9530464" y="2588706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健康检查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11" name="文本框 210"/>
          <p:cNvSpPr txBox="1"/>
          <p:nvPr>
            <p:custDataLst>
              <p:tags r:id="rId93"/>
            </p:custDataLst>
          </p:nvPr>
        </p:nvSpPr>
        <p:spPr>
          <a:xfrm>
            <a:off x="5891629" y="2901394"/>
            <a:ext cx="611313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/api/oj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12" name="文本框 211"/>
          <p:cNvSpPr txBox="1"/>
          <p:nvPr>
            <p:custDataLst>
              <p:tags r:id="rId94"/>
            </p:custDataLst>
          </p:nvPr>
        </p:nvSpPr>
        <p:spPr>
          <a:xfrm>
            <a:off x="6427139" y="2901394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在线评测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13" name="文本框 212"/>
          <p:cNvSpPr txBox="1"/>
          <p:nvPr>
            <p:custDataLst>
              <p:tags r:id="rId95"/>
            </p:custDataLst>
          </p:nvPr>
        </p:nvSpPr>
        <p:spPr>
          <a:xfrm>
            <a:off x="8680201" y="2901394"/>
            <a:ext cx="608423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/api/ai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14" name="文本框 213"/>
          <p:cNvSpPr txBox="1"/>
          <p:nvPr>
            <p:custDataLst>
              <p:tags r:id="rId96"/>
            </p:custDataLst>
          </p:nvPr>
        </p:nvSpPr>
        <p:spPr>
          <a:xfrm>
            <a:off x="9212821" y="2901394"/>
            <a:ext cx="600056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lang="en-US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AI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辅导</a:t>
            </a:r>
            <a:endParaRPr lang="zh-CN"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215" name="文本框 214"/>
          <p:cNvSpPr txBox="1"/>
          <p:nvPr>
            <p:custDataLst>
              <p:tags r:id="rId97"/>
            </p:custDataLst>
          </p:nvPr>
        </p:nvSpPr>
        <p:spPr>
          <a:xfrm>
            <a:off x="5891629" y="3214081"/>
            <a:ext cx="108130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/api/memory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16" name="文本框 215"/>
          <p:cNvSpPr txBox="1"/>
          <p:nvPr>
            <p:custDataLst>
              <p:tags r:id="rId98"/>
            </p:custDataLst>
          </p:nvPr>
        </p:nvSpPr>
        <p:spPr>
          <a:xfrm>
            <a:off x="6897126" y="3214081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学习记忆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17" name="文本框 216"/>
          <p:cNvSpPr txBox="1"/>
          <p:nvPr>
            <p:custDataLst>
              <p:tags r:id="rId99"/>
            </p:custDataLst>
          </p:nvPr>
        </p:nvSpPr>
        <p:spPr>
          <a:xfrm>
            <a:off x="8680201" y="3214081"/>
            <a:ext cx="962716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/api/events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18" name="文本框 217"/>
          <p:cNvSpPr txBox="1"/>
          <p:nvPr>
            <p:custDataLst>
              <p:tags r:id="rId100"/>
            </p:custDataLst>
          </p:nvPr>
        </p:nvSpPr>
        <p:spPr>
          <a:xfrm>
            <a:off x="9567114" y="3214081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事件日志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19" name="文本框 218"/>
          <p:cNvSpPr txBox="1"/>
          <p:nvPr>
            <p:custDataLst>
              <p:tags r:id="rId101"/>
            </p:custDataLst>
          </p:nvPr>
        </p:nvSpPr>
        <p:spPr>
          <a:xfrm>
            <a:off x="5891629" y="3526768"/>
            <a:ext cx="1033108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/api/teacher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20" name="文本框 219"/>
          <p:cNvSpPr txBox="1"/>
          <p:nvPr>
            <p:custDataLst>
              <p:tags r:id="rId102"/>
            </p:custDataLst>
          </p:nvPr>
        </p:nvSpPr>
        <p:spPr>
          <a:xfrm>
            <a:off x="6848936" y="3526768"/>
            <a:ext cx="90971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教师仪表盘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21" name="文本框 220"/>
          <p:cNvSpPr txBox="1"/>
          <p:nvPr>
            <p:custDataLst>
              <p:tags r:id="rId103"/>
            </p:custDataLst>
          </p:nvPr>
        </p:nvSpPr>
        <p:spPr>
          <a:xfrm>
            <a:off x="8680201" y="3526768"/>
            <a:ext cx="827020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/api/skills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22" name="文本框 221"/>
          <p:cNvSpPr txBox="1"/>
          <p:nvPr>
            <p:custDataLst>
              <p:tags r:id="rId104"/>
            </p:custDataLst>
          </p:nvPr>
        </p:nvSpPr>
        <p:spPr>
          <a:xfrm>
            <a:off x="9431417" y="3526768"/>
            <a:ext cx="606499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技能卡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5" name="任意多边形 154"/>
          <p:cNvSpPr/>
          <p:nvPr>
            <p:custDataLst>
              <p:tags r:id="rId105"/>
            </p:custDataLst>
          </p:nvPr>
        </p:nvSpPr>
        <p:spPr>
          <a:xfrm>
            <a:off x="5697087" y="4184358"/>
            <a:ext cx="5889888" cy="2369473"/>
          </a:xfrm>
          <a:custGeom>
            <a:avLst/>
            <a:gdLst>
              <a:gd name="sw" fmla="*/ 1 w 9324"/>
              <a:gd name="sh" fmla="*/ 1 h 3751"/>
              <a:gd name="mins" fmla="min sw sh"/>
              <a:gd name="dsw" fmla="+- 0 sw mins"/>
              <a:gd name="dsh" fmla="+- 0 sh mins"/>
              <a:gd name="p0x0" fmla="*/ 120 w 9324"/>
              <a:gd name="p0y0" fmla="*/ 0 h 3751"/>
              <a:gd name="p0x1" fmla="*/ 9204 w 9324"/>
              <a:gd name="p0y1" fmla="*/ 0 h 3751"/>
              <a:gd name="p0x2" fmla="*/ 9270 w 9324"/>
              <a:gd name="p0y2" fmla="*/ 0 h 3751"/>
              <a:gd name="p0x3" fmla="*/ 9324 w 9324"/>
              <a:gd name="p0y3" fmla="*/ 53 h 3751"/>
              <a:gd name="p0x4" fmla="*/ 9324 w 9324"/>
              <a:gd name="p0y4" fmla="*/ 120 h 3751"/>
              <a:gd name="p0x5" fmla="*/ 9324 w 9324"/>
              <a:gd name="p0y5" fmla="*/ 3631 h 3751"/>
              <a:gd name="p0x6" fmla="*/ 9324 w 9324"/>
              <a:gd name="p0y6" fmla="*/ 3697 h 3751"/>
              <a:gd name="p0x7" fmla="*/ 9270 w 9324"/>
              <a:gd name="p0y7" fmla="*/ 3751 h 3751"/>
              <a:gd name="p0x8" fmla="*/ 9204 w 9324"/>
              <a:gd name="p0y8" fmla="*/ 3751 h 3751"/>
              <a:gd name="p0x9" fmla="*/ 120 w 9324"/>
              <a:gd name="p0y9" fmla="*/ 3751 h 3751"/>
              <a:gd name="p0x10" fmla="*/ 53 w 9324"/>
              <a:gd name="p0y10" fmla="*/ 3751 h 3751"/>
              <a:gd name="p0x11" fmla="*/ 0 w 9324"/>
              <a:gd name="p0y11" fmla="*/ 3697 h 3751"/>
              <a:gd name="p0x12" fmla="*/ 0 w 9324"/>
              <a:gd name="p0y12" fmla="*/ 3631 h 3751"/>
              <a:gd name="p0x13" fmla="*/ 0 w 9324"/>
              <a:gd name="p0y13" fmla="*/ 120 h 3751"/>
              <a:gd name="p0x14" fmla="*/ 0 w 9324"/>
              <a:gd name="p0y14" fmla="*/ 53 h 3751"/>
              <a:gd name="p0x15" fmla="*/ 53 w 9324"/>
              <a:gd name="p0y15" fmla="*/ 0 h 3751"/>
              <a:gd name="p0x16" fmla="*/ 120 w 9324"/>
              <a:gd name="p0y16" fmla="*/ 0 h 375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6" name="任意多边形 155"/>
          <p:cNvSpPr/>
          <p:nvPr>
            <p:custDataLst>
              <p:tags r:id="rId106"/>
            </p:custDataLst>
          </p:nvPr>
        </p:nvSpPr>
        <p:spPr>
          <a:xfrm>
            <a:off x="5891016" y="4378287"/>
            <a:ext cx="416916" cy="416916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pic>
        <p:nvPicPr>
          <p:cNvPr id="223" name="图片 222"/>
          <p:cNvPicPr>
            <a:picLocks noChangeAspect="1"/>
          </p:cNvPicPr>
          <p:nvPr>
            <p:custDataLst>
              <p:tags r:id="rId107"/>
            </p:custDataLst>
          </p:nvPr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rcRect l="-2273" t="-2933" r="-2273" b="-2933"/>
          <a:stretch>
            <a:fillRect/>
          </a:stretch>
        </p:blipFill>
        <p:spPr>
          <a:xfrm>
            <a:off x="5990823" y="4459144"/>
            <a:ext cx="217933" cy="250781"/>
          </a:xfrm>
          <a:prstGeom prst="rect">
            <a:avLst/>
          </a:prstGeom>
        </p:spPr>
      </p:pic>
      <p:sp>
        <p:nvSpPr>
          <p:cNvPr id="224" name="文本框 223"/>
          <p:cNvSpPr txBox="1"/>
          <p:nvPr>
            <p:custDataLst>
              <p:tags r:id="rId110"/>
            </p:custDataLst>
          </p:nvPr>
        </p:nvSpPr>
        <p:spPr>
          <a:xfrm>
            <a:off x="6422250" y="4429827"/>
            <a:ext cx="2865190" cy="286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数据库模型</a:t>
            </a:r>
            <a:r>
              <a:rPr lang="en-US" altLang="zh-CN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— 7 </a:t>
            </a:r>
            <a:r>
              <a:rPr lang="zh-CN" altLang="en-US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张核心表</a:t>
            </a:r>
            <a:endParaRPr lang="zh-CN" altLang="en-US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157" name="任意多边形 156"/>
          <p:cNvSpPr/>
          <p:nvPr>
            <p:custDataLst>
              <p:tags r:id="rId111"/>
            </p:custDataLst>
          </p:nvPr>
        </p:nvSpPr>
        <p:spPr>
          <a:xfrm>
            <a:off x="5891016" y="4908908"/>
            <a:ext cx="2713113" cy="274786"/>
          </a:xfrm>
          <a:custGeom>
            <a:avLst/>
            <a:gdLst>
              <a:gd name="sw" fmla="*/ 1 w 4294"/>
              <a:gd name="sh" fmla="*/ 1 h 435"/>
              <a:gd name="mins" fmla="min sw sh"/>
              <a:gd name="dsw" fmla="+- 0 sw mins"/>
              <a:gd name="dsh" fmla="+- 0 sh mins"/>
              <a:gd name="p0x0" fmla="*/ 60 w 4294"/>
              <a:gd name="p0y0" fmla="*/ 0 h 435"/>
              <a:gd name="p0x1" fmla="*/ 4234 w 4294"/>
              <a:gd name="p0y1" fmla="*/ 0 h 435"/>
              <a:gd name="p0x2" fmla="*/ 4267 w 4294"/>
              <a:gd name="p0y2" fmla="*/ 0 h 435"/>
              <a:gd name="p0x3" fmla="*/ 4294 w 4294"/>
              <a:gd name="p0y3" fmla="*/ 26 h 435"/>
              <a:gd name="p0x4" fmla="*/ 4294 w 4294"/>
              <a:gd name="p0y4" fmla="*/ 60 h 435"/>
              <a:gd name="p0x5" fmla="*/ 4294 w 4294"/>
              <a:gd name="p0y5" fmla="*/ 375 h 435"/>
              <a:gd name="p0x6" fmla="*/ 4294 w 4294"/>
              <a:gd name="p0y6" fmla="*/ 408 h 435"/>
              <a:gd name="p0x7" fmla="*/ 4267 w 4294"/>
              <a:gd name="p0y7" fmla="*/ 435 h 435"/>
              <a:gd name="p0x8" fmla="*/ 4234 w 4294"/>
              <a:gd name="p0y8" fmla="*/ 435 h 435"/>
              <a:gd name="p0x9" fmla="*/ 60 w 4294"/>
              <a:gd name="p0y9" fmla="*/ 435 h 435"/>
              <a:gd name="p0x10" fmla="*/ 26 w 4294"/>
              <a:gd name="p0y10" fmla="*/ 435 h 435"/>
              <a:gd name="p0x11" fmla="*/ 0 w 4294"/>
              <a:gd name="p0y11" fmla="*/ 408 h 435"/>
              <a:gd name="p0x12" fmla="*/ 0 w 4294"/>
              <a:gd name="p0y12" fmla="*/ 375 h 435"/>
              <a:gd name="p0x13" fmla="*/ 0 w 4294"/>
              <a:gd name="p0y13" fmla="*/ 60 h 435"/>
              <a:gd name="p0x14" fmla="*/ 0 w 4294"/>
              <a:gd name="p0y14" fmla="*/ 26 h 435"/>
              <a:gd name="p0x15" fmla="*/ 26 w 4294"/>
              <a:gd name="p0y15" fmla="*/ 0 h 435"/>
              <a:gd name="p0x16" fmla="*/ 60 w 4294"/>
              <a:gd name="p0y16" fmla="*/ 0 h 435"/>
            </a:gdLst>
            <a:ahLst/>
            <a:cxnLst/>
            <a:pathLst>
              <a:path w="4295" h="435">
                <a:moveTo>
                  <a:pt x="60" y="0"/>
                </a:moveTo>
                <a:lnTo>
                  <a:pt x="4235" y="0"/>
                </a:lnTo>
                <a:cubicBezTo>
                  <a:pt x="4268" y="0"/>
                  <a:pt x="4295" y="27"/>
                  <a:pt x="4295" y="60"/>
                </a:cubicBezTo>
                <a:lnTo>
                  <a:pt x="4295" y="375"/>
                </a:lnTo>
                <a:cubicBezTo>
                  <a:pt x="4295" y="408"/>
                  <a:pt x="4268" y="435"/>
                  <a:pt x="423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25" name="文本框 224"/>
          <p:cNvSpPr txBox="1"/>
          <p:nvPr>
            <p:custDataLst>
              <p:tags r:id="rId112"/>
            </p:custDataLst>
          </p:nvPr>
        </p:nvSpPr>
        <p:spPr>
          <a:xfrm>
            <a:off x="5967432" y="4947182"/>
            <a:ext cx="543204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users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26" name="文本框 225"/>
          <p:cNvSpPr txBox="1"/>
          <p:nvPr>
            <p:custDataLst>
              <p:tags r:id="rId113"/>
            </p:custDataLst>
          </p:nvPr>
        </p:nvSpPr>
        <p:spPr>
          <a:xfrm>
            <a:off x="6434833" y="4947182"/>
            <a:ext cx="606499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用户表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8" name="任意多边形 157"/>
          <p:cNvSpPr/>
          <p:nvPr>
            <p:custDataLst>
              <p:tags r:id="rId114"/>
            </p:custDataLst>
          </p:nvPr>
        </p:nvSpPr>
        <p:spPr>
          <a:xfrm>
            <a:off x="8679933" y="4908908"/>
            <a:ext cx="2713113" cy="274786"/>
          </a:xfrm>
          <a:custGeom>
            <a:avLst/>
            <a:gdLst>
              <a:gd name="sw" fmla="*/ 1 w 4294"/>
              <a:gd name="sh" fmla="*/ 1 h 435"/>
              <a:gd name="mins" fmla="min sw sh"/>
              <a:gd name="dsw" fmla="+- 0 sw mins"/>
              <a:gd name="dsh" fmla="+- 0 sh mins"/>
              <a:gd name="p0x0" fmla="*/ 60 w 4294"/>
              <a:gd name="p0y0" fmla="*/ 0 h 435"/>
              <a:gd name="p0x1" fmla="*/ 4234 w 4294"/>
              <a:gd name="p0y1" fmla="*/ 0 h 435"/>
              <a:gd name="p0x2" fmla="*/ 4267 w 4294"/>
              <a:gd name="p0y2" fmla="*/ 0 h 435"/>
              <a:gd name="p0x3" fmla="*/ 4294 w 4294"/>
              <a:gd name="p0y3" fmla="*/ 26 h 435"/>
              <a:gd name="p0x4" fmla="*/ 4294 w 4294"/>
              <a:gd name="p0y4" fmla="*/ 60 h 435"/>
              <a:gd name="p0x5" fmla="*/ 4294 w 4294"/>
              <a:gd name="p0y5" fmla="*/ 375 h 435"/>
              <a:gd name="p0x6" fmla="*/ 4294 w 4294"/>
              <a:gd name="p0y6" fmla="*/ 408 h 435"/>
              <a:gd name="p0x7" fmla="*/ 4267 w 4294"/>
              <a:gd name="p0y7" fmla="*/ 435 h 435"/>
              <a:gd name="p0x8" fmla="*/ 4234 w 4294"/>
              <a:gd name="p0y8" fmla="*/ 435 h 435"/>
              <a:gd name="p0x9" fmla="*/ 60 w 4294"/>
              <a:gd name="p0y9" fmla="*/ 435 h 435"/>
              <a:gd name="p0x10" fmla="*/ 26 w 4294"/>
              <a:gd name="p0y10" fmla="*/ 435 h 435"/>
              <a:gd name="p0x11" fmla="*/ 0 w 4294"/>
              <a:gd name="p0y11" fmla="*/ 408 h 435"/>
              <a:gd name="p0x12" fmla="*/ 0 w 4294"/>
              <a:gd name="p0y12" fmla="*/ 375 h 435"/>
              <a:gd name="p0x13" fmla="*/ 0 w 4294"/>
              <a:gd name="p0y13" fmla="*/ 60 h 435"/>
              <a:gd name="p0x14" fmla="*/ 0 w 4294"/>
              <a:gd name="p0y14" fmla="*/ 26 h 435"/>
              <a:gd name="p0x15" fmla="*/ 26 w 4294"/>
              <a:gd name="p0y15" fmla="*/ 0 h 435"/>
              <a:gd name="p0x16" fmla="*/ 60 w 4294"/>
              <a:gd name="p0y16" fmla="*/ 0 h 435"/>
            </a:gdLst>
            <a:ahLst/>
            <a:cxnLst/>
            <a:pathLst>
              <a:path w="4295" h="435">
                <a:moveTo>
                  <a:pt x="60" y="0"/>
                </a:moveTo>
                <a:lnTo>
                  <a:pt x="4235" y="0"/>
                </a:lnTo>
                <a:cubicBezTo>
                  <a:pt x="4268" y="0"/>
                  <a:pt x="4295" y="27"/>
                  <a:pt x="4295" y="60"/>
                </a:cubicBezTo>
                <a:lnTo>
                  <a:pt x="4295" y="375"/>
                </a:lnTo>
                <a:cubicBezTo>
                  <a:pt x="4295" y="408"/>
                  <a:pt x="4268" y="435"/>
                  <a:pt x="423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27" name="文本框 226"/>
          <p:cNvSpPr txBox="1"/>
          <p:nvPr>
            <p:custDataLst>
              <p:tags r:id="rId115"/>
            </p:custDataLst>
          </p:nvPr>
        </p:nvSpPr>
        <p:spPr>
          <a:xfrm>
            <a:off x="8756004" y="4947182"/>
            <a:ext cx="1306710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student_profiles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28" name="文本框 227"/>
          <p:cNvSpPr txBox="1"/>
          <p:nvPr>
            <p:custDataLst>
              <p:tags r:id="rId116"/>
            </p:custDataLst>
          </p:nvPr>
        </p:nvSpPr>
        <p:spPr>
          <a:xfrm>
            <a:off x="9986911" y="4947182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学生画像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59" name="任意多边形 158"/>
          <p:cNvSpPr/>
          <p:nvPr>
            <p:custDataLst>
              <p:tags r:id="rId117"/>
            </p:custDataLst>
          </p:nvPr>
        </p:nvSpPr>
        <p:spPr>
          <a:xfrm>
            <a:off x="5891016" y="5259497"/>
            <a:ext cx="2713113" cy="274786"/>
          </a:xfrm>
          <a:custGeom>
            <a:avLst/>
            <a:gdLst>
              <a:gd name="sw" fmla="*/ 1 w 4294"/>
              <a:gd name="sh" fmla="*/ 1 h 435"/>
              <a:gd name="mins" fmla="min sw sh"/>
              <a:gd name="dsw" fmla="+- 0 sw mins"/>
              <a:gd name="dsh" fmla="+- 0 sh mins"/>
              <a:gd name="p0x0" fmla="*/ 60 w 4294"/>
              <a:gd name="p0y0" fmla="*/ 0 h 435"/>
              <a:gd name="p0x1" fmla="*/ 4234 w 4294"/>
              <a:gd name="p0y1" fmla="*/ 0 h 435"/>
              <a:gd name="p0x2" fmla="*/ 4267 w 4294"/>
              <a:gd name="p0y2" fmla="*/ 0 h 435"/>
              <a:gd name="p0x3" fmla="*/ 4294 w 4294"/>
              <a:gd name="p0y3" fmla="*/ 26 h 435"/>
              <a:gd name="p0x4" fmla="*/ 4294 w 4294"/>
              <a:gd name="p0y4" fmla="*/ 60 h 435"/>
              <a:gd name="p0x5" fmla="*/ 4294 w 4294"/>
              <a:gd name="p0y5" fmla="*/ 375 h 435"/>
              <a:gd name="p0x6" fmla="*/ 4294 w 4294"/>
              <a:gd name="p0y6" fmla="*/ 408 h 435"/>
              <a:gd name="p0x7" fmla="*/ 4267 w 4294"/>
              <a:gd name="p0y7" fmla="*/ 435 h 435"/>
              <a:gd name="p0x8" fmla="*/ 4234 w 4294"/>
              <a:gd name="p0y8" fmla="*/ 435 h 435"/>
              <a:gd name="p0x9" fmla="*/ 60 w 4294"/>
              <a:gd name="p0y9" fmla="*/ 435 h 435"/>
              <a:gd name="p0x10" fmla="*/ 26 w 4294"/>
              <a:gd name="p0y10" fmla="*/ 435 h 435"/>
              <a:gd name="p0x11" fmla="*/ 0 w 4294"/>
              <a:gd name="p0y11" fmla="*/ 408 h 435"/>
              <a:gd name="p0x12" fmla="*/ 0 w 4294"/>
              <a:gd name="p0y12" fmla="*/ 375 h 435"/>
              <a:gd name="p0x13" fmla="*/ 0 w 4294"/>
              <a:gd name="p0y13" fmla="*/ 60 h 435"/>
              <a:gd name="p0x14" fmla="*/ 0 w 4294"/>
              <a:gd name="p0y14" fmla="*/ 26 h 435"/>
              <a:gd name="p0x15" fmla="*/ 26 w 4294"/>
              <a:gd name="p0y15" fmla="*/ 0 h 435"/>
              <a:gd name="p0x16" fmla="*/ 60 w 4294"/>
              <a:gd name="p0y16" fmla="*/ 0 h 435"/>
            </a:gdLst>
            <a:ahLst/>
            <a:cxnLst/>
            <a:pathLst>
              <a:path w="4295" h="435">
                <a:moveTo>
                  <a:pt x="60" y="0"/>
                </a:moveTo>
                <a:lnTo>
                  <a:pt x="4235" y="0"/>
                </a:lnTo>
                <a:cubicBezTo>
                  <a:pt x="4268" y="0"/>
                  <a:pt x="4295" y="27"/>
                  <a:pt x="4295" y="60"/>
                </a:cubicBezTo>
                <a:lnTo>
                  <a:pt x="4295" y="375"/>
                </a:lnTo>
                <a:cubicBezTo>
                  <a:pt x="4295" y="408"/>
                  <a:pt x="4268" y="435"/>
                  <a:pt x="423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29" name="文本框 228"/>
          <p:cNvSpPr txBox="1"/>
          <p:nvPr>
            <p:custDataLst>
              <p:tags r:id="rId118"/>
            </p:custDataLst>
          </p:nvPr>
        </p:nvSpPr>
        <p:spPr>
          <a:xfrm>
            <a:off x="5967432" y="5297771"/>
            <a:ext cx="1606738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learning_path_plans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30" name="文本框 229"/>
          <p:cNvSpPr txBox="1"/>
          <p:nvPr>
            <p:custDataLst>
              <p:tags r:id="rId119"/>
            </p:custDataLst>
          </p:nvPr>
        </p:nvSpPr>
        <p:spPr>
          <a:xfrm>
            <a:off x="7498367" y="5297771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路径规划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0" name="任意多边形 159"/>
          <p:cNvSpPr/>
          <p:nvPr>
            <p:custDataLst>
              <p:tags r:id="rId120"/>
            </p:custDataLst>
          </p:nvPr>
        </p:nvSpPr>
        <p:spPr>
          <a:xfrm>
            <a:off x="8679933" y="5259497"/>
            <a:ext cx="2713113" cy="274786"/>
          </a:xfrm>
          <a:custGeom>
            <a:avLst/>
            <a:gdLst>
              <a:gd name="sw" fmla="*/ 1 w 4294"/>
              <a:gd name="sh" fmla="*/ 1 h 435"/>
              <a:gd name="mins" fmla="min sw sh"/>
              <a:gd name="dsw" fmla="+- 0 sw mins"/>
              <a:gd name="dsh" fmla="+- 0 sh mins"/>
              <a:gd name="p0x0" fmla="*/ 60 w 4294"/>
              <a:gd name="p0y0" fmla="*/ 0 h 435"/>
              <a:gd name="p0x1" fmla="*/ 4234 w 4294"/>
              <a:gd name="p0y1" fmla="*/ 0 h 435"/>
              <a:gd name="p0x2" fmla="*/ 4267 w 4294"/>
              <a:gd name="p0y2" fmla="*/ 0 h 435"/>
              <a:gd name="p0x3" fmla="*/ 4294 w 4294"/>
              <a:gd name="p0y3" fmla="*/ 26 h 435"/>
              <a:gd name="p0x4" fmla="*/ 4294 w 4294"/>
              <a:gd name="p0y4" fmla="*/ 60 h 435"/>
              <a:gd name="p0x5" fmla="*/ 4294 w 4294"/>
              <a:gd name="p0y5" fmla="*/ 375 h 435"/>
              <a:gd name="p0x6" fmla="*/ 4294 w 4294"/>
              <a:gd name="p0y6" fmla="*/ 408 h 435"/>
              <a:gd name="p0x7" fmla="*/ 4267 w 4294"/>
              <a:gd name="p0y7" fmla="*/ 435 h 435"/>
              <a:gd name="p0x8" fmla="*/ 4234 w 4294"/>
              <a:gd name="p0y8" fmla="*/ 435 h 435"/>
              <a:gd name="p0x9" fmla="*/ 60 w 4294"/>
              <a:gd name="p0y9" fmla="*/ 435 h 435"/>
              <a:gd name="p0x10" fmla="*/ 26 w 4294"/>
              <a:gd name="p0y10" fmla="*/ 435 h 435"/>
              <a:gd name="p0x11" fmla="*/ 0 w 4294"/>
              <a:gd name="p0y11" fmla="*/ 408 h 435"/>
              <a:gd name="p0x12" fmla="*/ 0 w 4294"/>
              <a:gd name="p0y12" fmla="*/ 375 h 435"/>
              <a:gd name="p0x13" fmla="*/ 0 w 4294"/>
              <a:gd name="p0y13" fmla="*/ 60 h 435"/>
              <a:gd name="p0x14" fmla="*/ 0 w 4294"/>
              <a:gd name="p0y14" fmla="*/ 26 h 435"/>
              <a:gd name="p0x15" fmla="*/ 26 w 4294"/>
              <a:gd name="p0y15" fmla="*/ 0 h 435"/>
              <a:gd name="p0x16" fmla="*/ 60 w 4294"/>
              <a:gd name="p0y16" fmla="*/ 0 h 435"/>
            </a:gdLst>
            <a:ahLst/>
            <a:cxnLst/>
            <a:pathLst>
              <a:path w="4295" h="435">
                <a:moveTo>
                  <a:pt x="60" y="0"/>
                </a:moveTo>
                <a:lnTo>
                  <a:pt x="4235" y="0"/>
                </a:lnTo>
                <a:cubicBezTo>
                  <a:pt x="4268" y="0"/>
                  <a:pt x="4295" y="27"/>
                  <a:pt x="4295" y="60"/>
                </a:cubicBezTo>
                <a:lnTo>
                  <a:pt x="4295" y="375"/>
                </a:lnTo>
                <a:cubicBezTo>
                  <a:pt x="4295" y="408"/>
                  <a:pt x="4268" y="435"/>
                  <a:pt x="423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31" name="文本框 230"/>
          <p:cNvSpPr txBox="1"/>
          <p:nvPr>
            <p:custDataLst>
              <p:tags r:id="rId121"/>
            </p:custDataLst>
          </p:nvPr>
        </p:nvSpPr>
        <p:spPr>
          <a:xfrm>
            <a:off x="8756004" y="5297771"/>
            <a:ext cx="1595861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learning_event_logs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32" name="文本框 231"/>
          <p:cNvSpPr txBox="1"/>
          <p:nvPr>
            <p:custDataLst>
              <p:tags r:id="rId122"/>
            </p:custDataLst>
          </p:nvPr>
        </p:nvSpPr>
        <p:spPr>
          <a:xfrm>
            <a:off x="10276062" y="5297771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事件日志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1" name="任意多边形 160"/>
          <p:cNvSpPr/>
          <p:nvPr>
            <p:custDataLst>
              <p:tags r:id="rId123"/>
            </p:custDataLst>
          </p:nvPr>
        </p:nvSpPr>
        <p:spPr>
          <a:xfrm>
            <a:off x="5891016" y="5610085"/>
            <a:ext cx="2713113" cy="274786"/>
          </a:xfrm>
          <a:custGeom>
            <a:avLst/>
            <a:gdLst>
              <a:gd name="sw" fmla="*/ 1 w 4294"/>
              <a:gd name="sh" fmla="*/ 1 h 435"/>
              <a:gd name="mins" fmla="min sw sh"/>
              <a:gd name="dsw" fmla="+- 0 sw mins"/>
              <a:gd name="dsh" fmla="+- 0 sh mins"/>
              <a:gd name="p0x0" fmla="*/ 60 w 4294"/>
              <a:gd name="p0y0" fmla="*/ 0 h 435"/>
              <a:gd name="p0x1" fmla="*/ 4234 w 4294"/>
              <a:gd name="p0y1" fmla="*/ 0 h 435"/>
              <a:gd name="p0x2" fmla="*/ 4267 w 4294"/>
              <a:gd name="p0y2" fmla="*/ 0 h 435"/>
              <a:gd name="p0x3" fmla="*/ 4294 w 4294"/>
              <a:gd name="p0y3" fmla="*/ 26 h 435"/>
              <a:gd name="p0x4" fmla="*/ 4294 w 4294"/>
              <a:gd name="p0y4" fmla="*/ 60 h 435"/>
              <a:gd name="p0x5" fmla="*/ 4294 w 4294"/>
              <a:gd name="p0y5" fmla="*/ 375 h 435"/>
              <a:gd name="p0x6" fmla="*/ 4294 w 4294"/>
              <a:gd name="p0y6" fmla="*/ 408 h 435"/>
              <a:gd name="p0x7" fmla="*/ 4267 w 4294"/>
              <a:gd name="p0y7" fmla="*/ 435 h 435"/>
              <a:gd name="p0x8" fmla="*/ 4234 w 4294"/>
              <a:gd name="p0y8" fmla="*/ 435 h 435"/>
              <a:gd name="p0x9" fmla="*/ 60 w 4294"/>
              <a:gd name="p0y9" fmla="*/ 435 h 435"/>
              <a:gd name="p0x10" fmla="*/ 26 w 4294"/>
              <a:gd name="p0y10" fmla="*/ 435 h 435"/>
              <a:gd name="p0x11" fmla="*/ 0 w 4294"/>
              <a:gd name="p0y11" fmla="*/ 408 h 435"/>
              <a:gd name="p0x12" fmla="*/ 0 w 4294"/>
              <a:gd name="p0y12" fmla="*/ 375 h 435"/>
              <a:gd name="p0x13" fmla="*/ 0 w 4294"/>
              <a:gd name="p0y13" fmla="*/ 60 h 435"/>
              <a:gd name="p0x14" fmla="*/ 0 w 4294"/>
              <a:gd name="p0y14" fmla="*/ 26 h 435"/>
              <a:gd name="p0x15" fmla="*/ 26 w 4294"/>
              <a:gd name="p0y15" fmla="*/ 0 h 435"/>
              <a:gd name="p0x16" fmla="*/ 60 w 4294"/>
              <a:gd name="p0y16" fmla="*/ 0 h 435"/>
            </a:gdLst>
            <a:ahLst/>
            <a:cxnLst/>
            <a:pathLst>
              <a:path w="4295" h="435">
                <a:moveTo>
                  <a:pt x="60" y="0"/>
                </a:moveTo>
                <a:lnTo>
                  <a:pt x="4235" y="0"/>
                </a:lnTo>
                <a:cubicBezTo>
                  <a:pt x="4268" y="0"/>
                  <a:pt x="4295" y="27"/>
                  <a:pt x="4295" y="60"/>
                </a:cubicBezTo>
                <a:lnTo>
                  <a:pt x="4295" y="375"/>
                </a:lnTo>
                <a:cubicBezTo>
                  <a:pt x="4295" y="408"/>
                  <a:pt x="4268" y="435"/>
                  <a:pt x="423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33" name="文本框 232"/>
          <p:cNvSpPr txBox="1"/>
          <p:nvPr>
            <p:custDataLst>
              <p:tags r:id="rId124"/>
            </p:custDataLst>
          </p:nvPr>
        </p:nvSpPr>
        <p:spPr>
          <a:xfrm>
            <a:off x="5967432" y="5648360"/>
            <a:ext cx="144714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learning_progress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34" name="文本框 233"/>
          <p:cNvSpPr txBox="1"/>
          <p:nvPr>
            <p:custDataLst>
              <p:tags r:id="rId125"/>
            </p:custDataLst>
          </p:nvPr>
        </p:nvSpPr>
        <p:spPr>
          <a:xfrm>
            <a:off x="7338774" y="5648360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学习进度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2" name="任意多边形 161"/>
          <p:cNvSpPr/>
          <p:nvPr>
            <p:custDataLst>
              <p:tags r:id="rId126"/>
            </p:custDataLst>
          </p:nvPr>
        </p:nvSpPr>
        <p:spPr>
          <a:xfrm>
            <a:off x="8679933" y="5610085"/>
            <a:ext cx="2713113" cy="274786"/>
          </a:xfrm>
          <a:custGeom>
            <a:avLst/>
            <a:gdLst>
              <a:gd name="sw" fmla="*/ 1 w 4294"/>
              <a:gd name="sh" fmla="*/ 1 h 435"/>
              <a:gd name="mins" fmla="min sw sh"/>
              <a:gd name="dsw" fmla="+- 0 sw mins"/>
              <a:gd name="dsh" fmla="+- 0 sh mins"/>
              <a:gd name="p0x0" fmla="*/ 60 w 4294"/>
              <a:gd name="p0y0" fmla="*/ 0 h 435"/>
              <a:gd name="p0x1" fmla="*/ 4234 w 4294"/>
              <a:gd name="p0y1" fmla="*/ 0 h 435"/>
              <a:gd name="p0x2" fmla="*/ 4267 w 4294"/>
              <a:gd name="p0y2" fmla="*/ 0 h 435"/>
              <a:gd name="p0x3" fmla="*/ 4294 w 4294"/>
              <a:gd name="p0y3" fmla="*/ 26 h 435"/>
              <a:gd name="p0x4" fmla="*/ 4294 w 4294"/>
              <a:gd name="p0y4" fmla="*/ 60 h 435"/>
              <a:gd name="p0x5" fmla="*/ 4294 w 4294"/>
              <a:gd name="p0y5" fmla="*/ 375 h 435"/>
              <a:gd name="p0x6" fmla="*/ 4294 w 4294"/>
              <a:gd name="p0y6" fmla="*/ 408 h 435"/>
              <a:gd name="p0x7" fmla="*/ 4267 w 4294"/>
              <a:gd name="p0y7" fmla="*/ 435 h 435"/>
              <a:gd name="p0x8" fmla="*/ 4234 w 4294"/>
              <a:gd name="p0y8" fmla="*/ 435 h 435"/>
              <a:gd name="p0x9" fmla="*/ 60 w 4294"/>
              <a:gd name="p0y9" fmla="*/ 435 h 435"/>
              <a:gd name="p0x10" fmla="*/ 26 w 4294"/>
              <a:gd name="p0y10" fmla="*/ 435 h 435"/>
              <a:gd name="p0x11" fmla="*/ 0 w 4294"/>
              <a:gd name="p0y11" fmla="*/ 408 h 435"/>
              <a:gd name="p0x12" fmla="*/ 0 w 4294"/>
              <a:gd name="p0y12" fmla="*/ 375 h 435"/>
              <a:gd name="p0x13" fmla="*/ 0 w 4294"/>
              <a:gd name="p0y13" fmla="*/ 60 h 435"/>
              <a:gd name="p0x14" fmla="*/ 0 w 4294"/>
              <a:gd name="p0y14" fmla="*/ 26 h 435"/>
              <a:gd name="p0x15" fmla="*/ 26 w 4294"/>
              <a:gd name="p0y15" fmla="*/ 0 h 435"/>
              <a:gd name="p0x16" fmla="*/ 60 w 4294"/>
              <a:gd name="p0y16" fmla="*/ 0 h 435"/>
            </a:gdLst>
            <a:ahLst/>
            <a:cxnLst/>
            <a:pathLst>
              <a:path w="4295" h="435">
                <a:moveTo>
                  <a:pt x="60" y="0"/>
                </a:moveTo>
                <a:lnTo>
                  <a:pt x="4235" y="0"/>
                </a:lnTo>
                <a:cubicBezTo>
                  <a:pt x="4268" y="0"/>
                  <a:pt x="4295" y="27"/>
                  <a:pt x="4295" y="60"/>
                </a:cubicBezTo>
                <a:lnTo>
                  <a:pt x="4295" y="375"/>
                </a:lnTo>
                <a:cubicBezTo>
                  <a:pt x="4295" y="408"/>
                  <a:pt x="4268" y="435"/>
                  <a:pt x="423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35" name="文本框 234"/>
          <p:cNvSpPr txBox="1"/>
          <p:nvPr>
            <p:custDataLst>
              <p:tags r:id="rId127"/>
            </p:custDataLst>
          </p:nvPr>
        </p:nvSpPr>
        <p:spPr>
          <a:xfrm>
            <a:off x="8756004" y="5648360"/>
            <a:ext cx="1689060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generated_resources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36" name="文本框 235"/>
          <p:cNvSpPr txBox="1"/>
          <p:nvPr>
            <p:custDataLst>
              <p:tags r:id="rId128"/>
            </p:custDataLst>
          </p:nvPr>
        </p:nvSpPr>
        <p:spPr>
          <a:xfrm>
            <a:off x="10369261" y="5648360"/>
            <a:ext cx="758105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生成资源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163" name="任意多边形 162"/>
          <p:cNvSpPr/>
          <p:nvPr>
            <p:custDataLst>
              <p:tags r:id="rId129"/>
            </p:custDataLst>
          </p:nvPr>
        </p:nvSpPr>
        <p:spPr>
          <a:xfrm>
            <a:off x="5891016" y="5960674"/>
            <a:ext cx="2713113" cy="274786"/>
          </a:xfrm>
          <a:custGeom>
            <a:avLst/>
            <a:gdLst>
              <a:gd name="sw" fmla="*/ 1 w 4294"/>
              <a:gd name="sh" fmla="*/ 1 h 435"/>
              <a:gd name="mins" fmla="min sw sh"/>
              <a:gd name="dsw" fmla="+- 0 sw mins"/>
              <a:gd name="dsh" fmla="+- 0 sh mins"/>
              <a:gd name="p0x0" fmla="*/ 60 w 4294"/>
              <a:gd name="p0y0" fmla="*/ 0 h 435"/>
              <a:gd name="p0x1" fmla="*/ 4234 w 4294"/>
              <a:gd name="p0y1" fmla="*/ 0 h 435"/>
              <a:gd name="p0x2" fmla="*/ 4267 w 4294"/>
              <a:gd name="p0y2" fmla="*/ 0 h 435"/>
              <a:gd name="p0x3" fmla="*/ 4294 w 4294"/>
              <a:gd name="p0y3" fmla="*/ 26 h 435"/>
              <a:gd name="p0x4" fmla="*/ 4294 w 4294"/>
              <a:gd name="p0y4" fmla="*/ 60 h 435"/>
              <a:gd name="p0x5" fmla="*/ 4294 w 4294"/>
              <a:gd name="p0y5" fmla="*/ 375 h 435"/>
              <a:gd name="p0x6" fmla="*/ 4294 w 4294"/>
              <a:gd name="p0y6" fmla="*/ 408 h 435"/>
              <a:gd name="p0x7" fmla="*/ 4267 w 4294"/>
              <a:gd name="p0y7" fmla="*/ 435 h 435"/>
              <a:gd name="p0x8" fmla="*/ 4234 w 4294"/>
              <a:gd name="p0y8" fmla="*/ 435 h 435"/>
              <a:gd name="p0x9" fmla="*/ 60 w 4294"/>
              <a:gd name="p0y9" fmla="*/ 435 h 435"/>
              <a:gd name="p0x10" fmla="*/ 26 w 4294"/>
              <a:gd name="p0y10" fmla="*/ 435 h 435"/>
              <a:gd name="p0x11" fmla="*/ 0 w 4294"/>
              <a:gd name="p0y11" fmla="*/ 408 h 435"/>
              <a:gd name="p0x12" fmla="*/ 0 w 4294"/>
              <a:gd name="p0y12" fmla="*/ 375 h 435"/>
              <a:gd name="p0x13" fmla="*/ 0 w 4294"/>
              <a:gd name="p0y13" fmla="*/ 60 h 435"/>
              <a:gd name="p0x14" fmla="*/ 0 w 4294"/>
              <a:gd name="p0y14" fmla="*/ 26 h 435"/>
              <a:gd name="p0x15" fmla="*/ 26 w 4294"/>
              <a:gd name="p0y15" fmla="*/ 0 h 435"/>
              <a:gd name="p0x16" fmla="*/ 60 w 4294"/>
              <a:gd name="p0y16" fmla="*/ 0 h 435"/>
            </a:gdLst>
            <a:ahLst/>
            <a:cxnLst/>
            <a:pathLst>
              <a:path w="4295" h="435">
                <a:moveTo>
                  <a:pt x="60" y="0"/>
                </a:moveTo>
                <a:lnTo>
                  <a:pt x="4235" y="0"/>
                </a:lnTo>
                <a:cubicBezTo>
                  <a:pt x="4268" y="0"/>
                  <a:pt x="4295" y="27"/>
                  <a:pt x="4295" y="60"/>
                </a:cubicBezTo>
                <a:lnTo>
                  <a:pt x="4295" y="375"/>
                </a:lnTo>
                <a:cubicBezTo>
                  <a:pt x="4295" y="408"/>
                  <a:pt x="4268" y="435"/>
                  <a:pt x="4235" y="435"/>
                </a:cubicBezTo>
                <a:lnTo>
                  <a:pt x="60" y="435"/>
                </a:lnTo>
                <a:cubicBezTo>
                  <a:pt x="27" y="435"/>
                  <a:pt x="0" y="408"/>
                  <a:pt x="0" y="375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37" name="文本框 236"/>
          <p:cNvSpPr txBox="1"/>
          <p:nvPr>
            <p:custDataLst>
              <p:tags r:id="rId130"/>
            </p:custDataLst>
          </p:nvPr>
        </p:nvSpPr>
        <p:spPr>
          <a:xfrm>
            <a:off x="5967432" y="5998948"/>
            <a:ext cx="2306882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/>
            <a:r>
              <a:rPr sz="1200" b="1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student_learning_memories</a:t>
            </a:r>
            <a:endParaRPr sz="1200" b="1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38" name="文本框 237"/>
          <p:cNvSpPr txBox="1"/>
          <p:nvPr>
            <p:custDataLst>
              <p:tags r:id="rId131"/>
            </p:custDataLst>
          </p:nvPr>
        </p:nvSpPr>
        <p:spPr>
          <a:xfrm>
            <a:off x="8046905" y="5998948"/>
            <a:ext cx="454893" cy="1831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2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记忆</a:t>
            </a:r>
            <a:endParaRPr sz="12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</p:spTree>
    <p:custDataLst>
      <p:tags r:id="rId13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7" name="图片 4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lnSpcReduction="1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/>
                </a:solidFill>
                <a:latin typeface="汉仪雅酷黑 95W" panose="00020600040101010101" charset="-122"/>
                <a:ea typeface="汉仪雅酷黑 95W" panose="00020600040101010101" charset="-122"/>
              </a:rPr>
              <a:t>未来展望</a:t>
            </a:r>
            <a:endParaRPr sz="3600">
              <a:solidFill>
                <a:schemeClr val="accent1"/>
              </a:solidFill>
              <a:latin typeface="汉仪雅酷黑 95W" panose="00020600040101010101" charset="-122"/>
              <a:ea typeface="汉仪雅酷黑 95W" panose="00020600040101010101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5"/>
            </p:custDataLst>
          </p:nvPr>
        </p:nvSpPr>
        <p:spPr>
          <a:xfrm>
            <a:off x="662609" y="1219200"/>
            <a:ext cx="5335250" cy="1183319"/>
          </a:xfrm>
          <a:custGeom>
            <a:avLst/>
            <a:gdLst>
              <a:gd name="sw" fmla="*/ 1 w 8535"/>
              <a:gd name="sh" fmla="*/ 1 h 1892"/>
              <a:gd name="mins" fmla="min sw sh"/>
              <a:gd name="dsw" fmla="+- 0 sw mins"/>
              <a:gd name="dsh" fmla="+- 0 sh mins"/>
              <a:gd name="p0x0" fmla="*/ 120 w 8535"/>
              <a:gd name="p0y0" fmla="*/ 0 h 1892"/>
              <a:gd name="p0x1" fmla="*/ 8415 w 8535"/>
              <a:gd name="p0y1" fmla="*/ 0 h 1892"/>
              <a:gd name="p0x2" fmla="*/ 8481 w 8535"/>
              <a:gd name="p0y2" fmla="*/ 0 h 1892"/>
              <a:gd name="p0x3" fmla="*/ 8535 w 8535"/>
              <a:gd name="p0y3" fmla="*/ 53 h 1892"/>
              <a:gd name="p0x4" fmla="*/ 8535 w 8535"/>
              <a:gd name="p0y4" fmla="*/ 120 h 1892"/>
              <a:gd name="p0x5" fmla="*/ 8535 w 8535"/>
              <a:gd name="p0y5" fmla="*/ 1772 h 1892"/>
              <a:gd name="p0x6" fmla="*/ 8535 w 8535"/>
              <a:gd name="p0y6" fmla="*/ 1838 h 1892"/>
              <a:gd name="p0x7" fmla="*/ 8481 w 8535"/>
              <a:gd name="p0y7" fmla="*/ 1892 h 1892"/>
              <a:gd name="p0x8" fmla="*/ 8415 w 8535"/>
              <a:gd name="p0y8" fmla="*/ 1892 h 1892"/>
              <a:gd name="p0x9" fmla="*/ 120 w 8535"/>
              <a:gd name="p0y9" fmla="*/ 1892 h 1892"/>
              <a:gd name="p0x10" fmla="*/ 53 w 8535"/>
              <a:gd name="p0y10" fmla="*/ 1892 h 1892"/>
              <a:gd name="p0x11" fmla="*/ 0 w 8535"/>
              <a:gd name="p0y11" fmla="*/ 1838 h 1892"/>
              <a:gd name="p0x12" fmla="*/ 0 w 8535"/>
              <a:gd name="p0y12" fmla="*/ 1772 h 1892"/>
              <a:gd name="p0x13" fmla="*/ 0 w 8535"/>
              <a:gd name="p0y13" fmla="*/ 120 h 1892"/>
              <a:gd name="p0x14" fmla="*/ 0 w 8535"/>
              <a:gd name="p0y14" fmla="*/ 53 h 1892"/>
              <a:gd name="p0x15" fmla="*/ 53 w 8535"/>
              <a:gd name="p0y15" fmla="*/ 0 h 1892"/>
              <a:gd name="p0x16" fmla="*/ 120 w 8535"/>
              <a:gd name="p0y16" fmla="*/ 0 h 18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855140" y="1522694"/>
            <a:ext cx="4950812" cy="158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000" b="1" spc="63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多模态能力增强</a:t>
            </a:r>
            <a:endParaRPr sz="1000" b="1" spc="63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7"/>
            </p:custDataLst>
          </p:nvPr>
        </p:nvSpPr>
        <p:spPr>
          <a:xfrm>
            <a:off x="855140" y="1763202"/>
            <a:ext cx="4950812" cy="1650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p>
            <a:pPr algn="l">
              <a:lnSpc>
                <a:spcPct val="104000"/>
              </a:lnSpc>
            </a:pPr>
            <a:r>
              <a:rPr lang="zh-CN" altLang="en-US" sz="11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接入图像识别、手写代码</a:t>
            </a:r>
            <a:r>
              <a:rPr lang="en-US" altLang="zh-CN" sz="11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OCR</a:t>
            </a:r>
            <a:r>
              <a:rPr lang="zh-CN" altLang="en-US" sz="11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、语音交互等多模态能力，支持更自然的学习交互方式。</a:t>
            </a:r>
            <a:endParaRPr lang="zh-CN" altLang="en-US" sz="11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8"/>
            </p:custDataLst>
          </p:nvPr>
        </p:nvSpPr>
        <p:spPr>
          <a:xfrm>
            <a:off x="6194766" y="1219200"/>
            <a:ext cx="5335250" cy="1183319"/>
          </a:xfrm>
          <a:custGeom>
            <a:avLst/>
            <a:gdLst>
              <a:gd name="sw" fmla="*/ 1 w 8535"/>
              <a:gd name="sh" fmla="*/ 1 h 1892"/>
              <a:gd name="mins" fmla="min sw sh"/>
              <a:gd name="dsw" fmla="+- 0 sw mins"/>
              <a:gd name="dsh" fmla="+- 0 sh mins"/>
              <a:gd name="p0x0" fmla="*/ 120 w 8535"/>
              <a:gd name="p0y0" fmla="*/ 0 h 1892"/>
              <a:gd name="p0x1" fmla="*/ 8415 w 8535"/>
              <a:gd name="p0y1" fmla="*/ 0 h 1892"/>
              <a:gd name="p0x2" fmla="*/ 8481 w 8535"/>
              <a:gd name="p0y2" fmla="*/ 0 h 1892"/>
              <a:gd name="p0x3" fmla="*/ 8535 w 8535"/>
              <a:gd name="p0y3" fmla="*/ 53 h 1892"/>
              <a:gd name="p0x4" fmla="*/ 8535 w 8535"/>
              <a:gd name="p0y4" fmla="*/ 120 h 1892"/>
              <a:gd name="p0x5" fmla="*/ 8535 w 8535"/>
              <a:gd name="p0y5" fmla="*/ 1772 h 1892"/>
              <a:gd name="p0x6" fmla="*/ 8535 w 8535"/>
              <a:gd name="p0y6" fmla="*/ 1838 h 1892"/>
              <a:gd name="p0x7" fmla="*/ 8481 w 8535"/>
              <a:gd name="p0y7" fmla="*/ 1892 h 1892"/>
              <a:gd name="p0x8" fmla="*/ 8415 w 8535"/>
              <a:gd name="p0y8" fmla="*/ 1892 h 1892"/>
              <a:gd name="p0x9" fmla="*/ 120 w 8535"/>
              <a:gd name="p0y9" fmla="*/ 1892 h 1892"/>
              <a:gd name="p0x10" fmla="*/ 53 w 8535"/>
              <a:gd name="p0y10" fmla="*/ 1892 h 1892"/>
              <a:gd name="p0x11" fmla="*/ 0 w 8535"/>
              <a:gd name="p0y11" fmla="*/ 1838 h 1892"/>
              <a:gd name="p0x12" fmla="*/ 0 w 8535"/>
              <a:gd name="p0y12" fmla="*/ 1772 h 1892"/>
              <a:gd name="p0x13" fmla="*/ 0 w 8535"/>
              <a:gd name="p0y13" fmla="*/ 120 h 1892"/>
              <a:gd name="p0x14" fmla="*/ 0 w 8535"/>
              <a:gd name="p0y14" fmla="*/ 53 h 1892"/>
              <a:gd name="p0x15" fmla="*/ 53 w 8535"/>
              <a:gd name="p0y15" fmla="*/ 0 h 1892"/>
              <a:gd name="p0x16" fmla="*/ 120 w 8535"/>
              <a:gd name="p0y16" fmla="*/ 0 h 18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9"/>
            </p:custDataLst>
          </p:nvPr>
        </p:nvSpPr>
        <p:spPr>
          <a:xfrm>
            <a:off x="6387298" y="1522694"/>
            <a:ext cx="4950812" cy="158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000" b="1" spc="63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知识图谱深化</a:t>
            </a:r>
            <a:endParaRPr sz="1000" b="1" spc="63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0"/>
            </p:custDataLst>
          </p:nvPr>
        </p:nvSpPr>
        <p:spPr>
          <a:xfrm>
            <a:off x="6387298" y="1763202"/>
            <a:ext cx="4950812" cy="3306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p>
            <a:pPr algn="l">
              <a:lnSpc>
                <a:spcPct val="104000"/>
              </a:lnSpc>
            </a:pPr>
            <a:r>
              <a:rPr lang="zh-CN" altLang="en-US" sz="11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从</a:t>
            </a:r>
            <a:r>
              <a:rPr lang="en-US" altLang="zh-CN" sz="11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BM25 </a:t>
            </a:r>
            <a:r>
              <a:rPr lang="zh-CN" altLang="en-US" sz="11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关键词检索升级到向量语义检索，构建更精细的知识图谱，支持跨课程知识关联。</a:t>
            </a:r>
            <a:endParaRPr lang="zh-CN" altLang="en-US" sz="11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11"/>
            </p:custDataLst>
          </p:nvPr>
        </p:nvSpPr>
        <p:spPr>
          <a:xfrm>
            <a:off x="662609" y="2599426"/>
            <a:ext cx="5335250" cy="1018917"/>
          </a:xfrm>
          <a:custGeom>
            <a:avLst/>
            <a:gdLst>
              <a:gd name="sw" fmla="*/ 1 w 8535"/>
              <a:gd name="sh" fmla="*/ 1 h 1630"/>
              <a:gd name="mins" fmla="min sw sh"/>
              <a:gd name="dsw" fmla="+- 0 sw mins"/>
              <a:gd name="dsh" fmla="+- 0 sh mins"/>
              <a:gd name="p0x0" fmla="*/ 120 w 8535"/>
              <a:gd name="p0y0" fmla="*/ 0 h 1630"/>
              <a:gd name="p0x1" fmla="*/ 8415 w 8535"/>
              <a:gd name="p0y1" fmla="*/ 0 h 1630"/>
              <a:gd name="p0x2" fmla="*/ 8481 w 8535"/>
              <a:gd name="p0y2" fmla="*/ 0 h 1630"/>
              <a:gd name="p0x3" fmla="*/ 8535 w 8535"/>
              <a:gd name="p0y3" fmla="*/ 53 h 1630"/>
              <a:gd name="p0x4" fmla="*/ 8535 w 8535"/>
              <a:gd name="p0y4" fmla="*/ 120 h 1630"/>
              <a:gd name="p0x5" fmla="*/ 8535 w 8535"/>
              <a:gd name="p0y5" fmla="*/ 1510 h 1630"/>
              <a:gd name="p0x6" fmla="*/ 8535 w 8535"/>
              <a:gd name="p0y6" fmla="*/ 1576 h 1630"/>
              <a:gd name="p0x7" fmla="*/ 8481 w 8535"/>
              <a:gd name="p0y7" fmla="*/ 1630 h 1630"/>
              <a:gd name="p0x8" fmla="*/ 8415 w 8535"/>
              <a:gd name="p0y8" fmla="*/ 1630 h 1630"/>
              <a:gd name="p0x9" fmla="*/ 120 w 8535"/>
              <a:gd name="p0y9" fmla="*/ 1630 h 1630"/>
              <a:gd name="p0x10" fmla="*/ 53 w 8535"/>
              <a:gd name="p0y10" fmla="*/ 1630 h 1630"/>
              <a:gd name="p0x11" fmla="*/ 0 w 8535"/>
              <a:gd name="p0y11" fmla="*/ 1576 h 1630"/>
              <a:gd name="p0x12" fmla="*/ 0 w 8535"/>
              <a:gd name="p0y12" fmla="*/ 1510 h 1630"/>
              <a:gd name="p0x13" fmla="*/ 0 w 8535"/>
              <a:gd name="p0y13" fmla="*/ 120 h 1630"/>
              <a:gd name="p0x14" fmla="*/ 0 w 8535"/>
              <a:gd name="p0y14" fmla="*/ 53 h 1630"/>
              <a:gd name="p0x15" fmla="*/ 53 w 8535"/>
              <a:gd name="p0y15" fmla="*/ 0 h 1630"/>
              <a:gd name="p0x16" fmla="*/ 120 w 8535"/>
              <a:gd name="p0y16" fmla="*/ 0 h 1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855140" y="2902808"/>
            <a:ext cx="4950812" cy="158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000" b="1" spc="63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协作学习支持</a:t>
            </a:r>
            <a:endParaRPr sz="1000" b="1" spc="63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3"/>
            </p:custDataLst>
          </p:nvPr>
        </p:nvSpPr>
        <p:spPr>
          <a:xfrm>
            <a:off x="855140" y="3143316"/>
            <a:ext cx="4950812" cy="1650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04000"/>
              </a:lnSpc>
            </a:pPr>
            <a:r>
              <a:rPr sz="10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引入多人协作编程、同伴互评、学习小组等社交化学习功能，提升学习动力。</a:t>
            </a:r>
            <a:endParaRPr sz="10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14"/>
            </p:custDataLst>
          </p:nvPr>
        </p:nvSpPr>
        <p:spPr>
          <a:xfrm>
            <a:off x="6194766" y="2599426"/>
            <a:ext cx="5335250" cy="1018917"/>
          </a:xfrm>
          <a:custGeom>
            <a:avLst/>
            <a:gdLst>
              <a:gd name="sw" fmla="*/ 1 w 8535"/>
              <a:gd name="sh" fmla="*/ 1 h 1630"/>
              <a:gd name="mins" fmla="min sw sh"/>
              <a:gd name="dsw" fmla="+- 0 sw mins"/>
              <a:gd name="dsh" fmla="+- 0 sh mins"/>
              <a:gd name="p0x0" fmla="*/ 120 w 8535"/>
              <a:gd name="p0y0" fmla="*/ 0 h 1630"/>
              <a:gd name="p0x1" fmla="*/ 8415 w 8535"/>
              <a:gd name="p0y1" fmla="*/ 0 h 1630"/>
              <a:gd name="p0x2" fmla="*/ 8481 w 8535"/>
              <a:gd name="p0y2" fmla="*/ 0 h 1630"/>
              <a:gd name="p0x3" fmla="*/ 8535 w 8535"/>
              <a:gd name="p0y3" fmla="*/ 53 h 1630"/>
              <a:gd name="p0x4" fmla="*/ 8535 w 8535"/>
              <a:gd name="p0y4" fmla="*/ 120 h 1630"/>
              <a:gd name="p0x5" fmla="*/ 8535 w 8535"/>
              <a:gd name="p0y5" fmla="*/ 1510 h 1630"/>
              <a:gd name="p0x6" fmla="*/ 8535 w 8535"/>
              <a:gd name="p0y6" fmla="*/ 1576 h 1630"/>
              <a:gd name="p0x7" fmla="*/ 8481 w 8535"/>
              <a:gd name="p0y7" fmla="*/ 1630 h 1630"/>
              <a:gd name="p0x8" fmla="*/ 8415 w 8535"/>
              <a:gd name="p0y8" fmla="*/ 1630 h 1630"/>
              <a:gd name="p0x9" fmla="*/ 120 w 8535"/>
              <a:gd name="p0y9" fmla="*/ 1630 h 1630"/>
              <a:gd name="p0x10" fmla="*/ 53 w 8535"/>
              <a:gd name="p0y10" fmla="*/ 1630 h 1630"/>
              <a:gd name="p0x11" fmla="*/ 0 w 8535"/>
              <a:gd name="p0y11" fmla="*/ 1576 h 1630"/>
              <a:gd name="p0x12" fmla="*/ 0 w 8535"/>
              <a:gd name="p0y12" fmla="*/ 1510 h 1630"/>
              <a:gd name="p0x13" fmla="*/ 0 w 8535"/>
              <a:gd name="p0y13" fmla="*/ 120 h 1630"/>
              <a:gd name="p0x14" fmla="*/ 0 w 8535"/>
              <a:gd name="p0y14" fmla="*/ 53 h 1630"/>
              <a:gd name="p0x15" fmla="*/ 53 w 8535"/>
              <a:gd name="p0y15" fmla="*/ 0 h 1630"/>
              <a:gd name="p0x16" fmla="*/ 120 w 8535"/>
              <a:gd name="p0y16" fmla="*/ 0 h 1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5"/>
            </p:custDataLst>
          </p:nvPr>
        </p:nvSpPr>
        <p:spPr>
          <a:xfrm>
            <a:off x="6387298" y="2902808"/>
            <a:ext cx="4950812" cy="158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000" b="1" spc="63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更广泛的课程覆盖</a:t>
            </a:r>
            <a:endParaRPr sz="1000" b="1" spc="63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6387298" y="3143316"/>
            <a:ext cx="4988393" cy="1650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04000"/>
              </a:lnSpc>
            </a:pPr>
            <a:r>
              <a:rPr sz="10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从数据结构与算法扩展到操作系统、计算机网络、数据库等更多计算机核心课程。</a:t>
            </a:r>
            <a:endParaRPr sz="10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17"/>
            </p:custDataLst>
          </p:nvPr>
        </p:nvSpPr>
        <p:spPr>
          <a:xfrm>
            <a:off x="662609" y="3815251"/>
            <a:ext cx="5335250" cy="1018917"/>
          </a:xfrm>
          <a:custGeom>
            <a:avLst/>
            <a:gdLst>
              <a:gd name="sw" fmla="*/ 1 w 8535"/>
              <a:gd name="sh" fmla="*/ 1 h 1630"/>
              <a:gd name="mins" fmla="min sw sh"/>
              <a:gd name="dsw" fmla="+- 0 sw mins"/>
              <a:gd name="dsh" fmla="+- 0 sh mins"/>
              <a:gd name="p0x0" fmla="*/ 120 w 8535"/>
              <a:gd name="p0y0" fmla="*/ 0 h 1630"/>
              <a:gd name="p0x1" fmla="*/ 8415 w 8535"/>
              <a:gd name="p0y1" fmla="*/ 0 h 1630"/>
              <a:gd name="p0x2" fmla="*/ 8481 w 8535"/>
              <a:gd name="p0y2" fmla="*/ 0 h 1630"/>
              <a:gd name="p0x3" fmla="*/ 8535 w 8535"/>
              <a:gd name="p0y3" fmla="*/ 53 h 1630"/>
              <a:gd name="p0x4" fmla="*/ 8535 w 8535"/>
              <a:gd name="p0y4" fmla="*/ 120 h 1630"/>
              <a:gd name="p0x5" fmla="*/ 8535 w 8535"/>
              <a:gd name="p0y5" fmla="*/ 1510 h 1630"/>
              <a:gd name="p0x6" fmla="*/ 8535 w 8535"/>
              <a:gd name="p0y6" fmla="*/ 1576 h 1630"/>
              <a:gd name="p0x7" fmla="*/ 8481 w 8535"/>
              <a:gd name="p0y7" fmla="*/ 1630 h 1630"/>
              <a:gd name="p0x8" fmla="*/ 8415 w 8535"/>
              <a:gd name="p0y8" fmla="*/ 1630 h 1630"/>
              <a:gd name="p0x9" fmla="*/ 120 w 8535"/>
              <a:gd name="p0y9" fmla="*/ 1630 h 1630"/>
              <a:gd name="p0x10" fmla="*/ 53 w 8535"/>
              <a:gd name="p0y10" fmla="*/ 1630 h 1630"/>
              <a:gd name="p0x11" fmla="*/ 0 w 8535"/>
              <a:gd name="p0y11" fmla="*/ 1576 h 1630"/>
              <a:gd name="p0x12" fmla="*/ 0 w 8535"/>
              <a:gd name="p0y12" fmla="*/ 1510 h 1630"/>
              <a:gd name="p0x13" fmla="*/ 0 w 8535"/>
              <a:gd name="p0y13" fmla="*/ 120 h 1630"/>
              <a:gd name="p0x14" fmla="*/ 0 w 8535"/>
              <a:gd name="p0y14" fmla="*/ 53 h 1630"/>
              <a:gd name="p0x15" fmla="*/ 53 w 8535"/>
              <a:gd name="p0y15" fmla="*/ 0 h 1630"/>
              <a:gd name="p0x16" fmla="*/ 120 w 8535"/>
              <a:gd name="p0y16" fmla="*/ 0 h 1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8"/>
            </p:custDataLst>
          </p:nvPr>
        </p:nvSpPr>
        <p:spPr>
          <a:xfrm>
            <a:off x="855140" y="4118822"/>
            <a:ext cx="4950812" cy="158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000" b="1" spc="63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教师端深度赋能</a:t>
            </a:r>
            <a:endParaRPr sz="1000" b="1" spc="63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9"/>
            </p:custDataLst>
          </p:nvPr>
        </p:nvSpPr>
        <p:spPr>
          <a:xfrm>
            <a:off x="855140" y="4359330"/>
            <a:ext cx="4988393" cy="1650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04000"/>
              </a:lnSpc>
            </a:pPr>
            <a:r>
              <a:rPr sz="10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</a:rPr>
              <a:t>智能出题、自动批改、班级学情预警、教学策略推荐，让教师从重复劳动中解放。</a:t>
            </a:r>
            <a:endParaRPr sz="10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0"/>
            </p:custDataLst>
          </p:nvPr>
        </p:nvSpPr>
        <p:spPr>
          <a:xfrm>
            <a:off x="6194766" y="3815251"/>
            <a:ext cx="5335250" cy="1018917"/>
          </a:xfrm>
          <a:custGeom>
            <a:avLst/>
            <a:gdLst>
              <a:gd name="sw" fmla="*/ 1 w 8535"/>
              <a:gd name="sh" fmla="*/ 1 h 1630"/>
              <a:gd name="mins" fmla="min sw sh"/>
              <a:gd name="dsw" fmla="+- 0 sw mins"/>
              <a:gd name="dsh" fmla="+- 0 sh mins"/>
              <a:gd name="p0x0" fmla="*/ 120 w 8535"/>
              <a:gd name="p0y0" fmla="*/ 0 h 1630"/>
              <a:gd name="p0x1" fmla="*/ 8415 w 8535"/>
              <a:gd name="p0y1" fmla="*/ 0 h 1630"/>
              <a:gd name="p0x2" fmla="*/ 8481 w 8535"/>
              <a:gd name="p0y2" fmla="*/ 0 h 1630"/>
              <a:gd name="p0x3" fmla="*/ 8535 w 8535"/>
              <a:gd name="p0y3" fmla="*/ 53 h 1630"/>
              <a:gd name="p0x4" fmla="*/ 8535 w 8535"/>
              <a:gd name="p0y4" fmla="*/ 120 h 1630"/>
              <a:gd name="p0x5" fmla="*/ 8535 w 8535"/>
              <a:gd name="p0y5" fmla="*/ 1510 h 1630"/>
              <a:gd name="p0x6" fmla="*/ 8535 w 8535"/>
              <a:gd name="p0y6" fmla="*/ 1576 h 1630"/>
              <a:gd name="p0x7" fmla="*/ 8481 w 8535"/>
              <a:gd name="p0y7" fmla="*/ 1630 h 1630"/>
              <a:gd name="p0x8" fmla="*/ 8415 w 8535"/>
              <a:gd name="p0y8" fmla="*/ 1630 h 1630"/>
              <a:gd name="p0x9" fmla="*/ 120 w 8535"/>
              <a:gd name="p0y9" fmla="*/ 1630 h 1630"/>
              <a:gd name="p0x10" fmla="*/ 53 w 8535"/>
              <a:gd name="p0y10" fmla="*/ 1630 h 1630"/>
              <a:gd name="p0x11" fmla="*/ 0 w 8535"/>
              <a:gd name="p0y11" fmla="*/ 1576 h 1630"/>
              <a:gd name="p0x12" fmla="*/ 0 w 8535"/>
              <a:gd name="p0y12" fmla="*/ 1510 h 1630"/>
              <a:gd name="p0x13" fmla="*/ 0 w 8535"/>
              <a:gd name="p0y13" fmla="*/ 120 h 1630"/>
              <a:gd name="p0x14" fmla="*/ 0 w 8535"/>
              <a:gd name="p0y14" fmla="*/ 53 h 1630"/>
              <a:gd name="p0x15" fmla="*/ 53 w 8535"/>
              <a:gd name="p0y15" fmla="*/ 0 h 1630"/>
              <a:gd name="p0x16" fmla="*/ 120 w 8535"/>
              <a:gd name="p0y16" fmla="*/ 0 h 1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21"/>
            </p:custDataLst>
          </p:nvPr>
        </p:nvSpPr>
        <p:spPr>
          <a:xfrm>
            <a:off x="6387298" y="4118822"/>
            <a:ext cx="4950812" cy="158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l"/>
            <a:r>
              <a:rPr sz="1000" b="1" spc="63">
                <a:solidFill>
                  <a:srgbClr val="FFFFFF"/>
                </a:solidFill>
                <a:latin typeface="汉仪雅酷黑 55W" panose="00020600040101010101" charset="-122"/>
                <a:ea typeface="汉仪雅酷黑 55W" panose="00020600040101010101" charset="-122"/>
              </a:rPr>
              <a:t>生产级部署</a:t>
            </a:r>
            <a:endParaRPr sz="1000" b="1" spc="63">
              <a:solidFill>
                <a:srgbClr val="FFFFFF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22"/>
            </p:custDataLst>
          </p:nvPr>
        </p:nvSpPr>
        <p:spPr>
          <a:xfrm>
            <a:off x="6387298" y="4359330"/>
            <a:ext cx="4950812" cy="1650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p>
            <a:pPr algn="l">
              <a:lnSpc>
                <a:spcPct val="104000"/>
              </a:lnSpc>
            </a:pPr>
            <a:r>
              <a:rPr lang="en-US" altLang="en-US" sz="10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Docker </a:t>
            </a:r>
            <a:r>
              <a:rPr lang="zh-CN" altLang="en-US" sz="10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容器化</a:t>
            </a:r>
            <a:r>
              <a:rPr lang="en-US" altLang="zh-CN" sz="10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+ Kubernetes </a:t>
            </a:r>
            <a:r>
              <a:rPr lang="zh-CN" altLang="en-US" sz="10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编排，支持多租户</a:t>
            </a:r>
            <a:r>
              <a:rPr lang="en-US" altLang="zh-CN" sz="10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SaaS </a:t>
            </a:r>
            <a:r>
              <a:rPr lang="zh-CN" altLang="en-US" sz="1000">
                <a:solidFill>
                  <a:srgbClr val="FFFFFF">
                    <a:alpha val="7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部署，服务更多高校。</a:t>
            </a:r>
            <a:endParaRPr lang="zh-CN" altLang="en-US" sz="1000">
              <a:solidFill>
                <a:srgbClr val="FFFFFF">
                  <a:alpha val="7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3"/>
            </p:custDataLst>
          </p:nvPr>
        </p:nvSpPr>
        <p:spPr>
          <a:xfrm>
            <a:off x="3438377" y="5034201"/>
            <a:ext cx="5316497" cy="1519624"/>
          </a:xfrm>
          <a:custGeom>
            <a:avLst/>
            <a:gdLst>
              <a:gd name="sw" fmla="*/ 1 w 8505"/>
              <a:gd name="sh" fmla="*/ 1 h 2430"/>
              <a:gd name="mins" fmla="min sw sh"/>
              <a:gd name="dsw" fmla="+- 0 sw mins"/>
              <a:gd name="dsh" fmla="+- 0 sh mins"/>
              <a:gd name="p0x0" fmla="*/ 120 w 8505"/>
              <a:gd name="p0y0" fmla="*/ 0 h 2430"/>
              <a:gd name="p0x1" fmla="*/ 8385 w 8505"/>
              <a:gd name="p0y1" fmla="*/ 0 h 2430"/>
              <a:gd name="p0x2" fmla="*/ 8451 w 8505"/>
              <a:gd name="p0y2" fmla="*/ 0 h 2430"/>
              <a:gd name="p0x3" fmla="*/ 8505 w 8505"/>
              <a:gd name="p0y3" fmla="*/ 53 h 2430"/>
              <a:gd name="p0x4" fmla="*/ 8505 w 8505"/>
              <a:gd name="p0y4" fmla="*/ 120 h 2430"/>
              <a:gd name="p0x5" fmla="*/ 8505 w 8505"/>
              <a:gd name="p0y5" fmla="*/ 2310 h 2430"/>
              <a:gd name="p0x6" fmla="*/ 8505 w 8505"/>
              <a:gd name="p0y6" fmla="*/ 2377 h 2430"/>
              <a:gd name="p0x7" fmla="*/ 8451 w 8505"/>
              <a:gd name="p0y7" fmla="*/ 2430 h 2430"/>
              <a:gd name="p0x8" fmla="*/ 8385 w 8505"/>
              <a:gd name="p0y8" fmla="*/ 2430 h 2430"/>
              <a:gd name="p0x9" fmla="*/ 120 w 8505"/>
              <a:gd name="p0y9" fmla="*/ 2430 h 2430"/>
              <a:gd name="p0x10" fmla="*/ 53 w 8505"/>
              <a:gd name="p0y10" fmla="*/ 2430 h 2430"/>
              <a:gd name="p0x11" fmla="*/ 0 w 8505"/>
              <a:gd name="p0y11" fmla="*/ 2377 h 2430"/>
              <a:gd name="p0x12" fmla="*/ 0 w 8505"/>
              <a:gd name="p0y12" fmla="*/ 2310 h 2430"/>
              <a:gd name="p0x13" fmla="*/ 0 w 8505"/>
              <a:gd name="p0y13" fmla="*/ 120 h 2430"/>
              <a:gd name="p0x14" fmla="*/ 0 w 8505"/>
              <a:gd name="p0y14" fmla="*/ 53 h 2430"/>
              <a:gd name="p0x15" fmla="*/ 53 w 8505"/>
              <a:gd name="p0y15" fmla="*/ 0 h 2430"/>
              <a:gd name="p0x16" fmla="*/ 120 w 8505"/>
              <a:gd name="p0y16" fmla="*/ 0 h 2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 w="9525" cmpd="sng">
            <a:solidFill>
              <a:srgbClr val="FFFFFF">
                <a:alpha val="9020"/>
              </a:srgbClr>
            </a:solidFill>
            <a:prstDash val="solid"/>
          </a:ln>
          <a:effectLst>
            <a:outerShdw blurRad="285750" dist="76200" dir="5399999" algn="ctr" rotWithShape="0">
              <a:srgbClr val="0C3EB2">
                <a:alpha val="5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  <a:latin typeface="汉仪雅酷黑 55W" panose="00020600040101010101" charset="-122"/>
              <a:ea typeface="汉仪雅酷黑 55W" panose="00020600040101010101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24"/>
            </p:custDataLst>
          </p:nvPr>
        </p:nvSpPr>
        <p:spPr>
          <a:xfrm>
            <a:off x="4033144" y="5543590"/>
            <a:ext cx="4127580" cy="2619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 algn="ctr">
              <a:lnSpc>
                <a:spcPct val="92000"/>
              </a:lnSpc>
            </a:pPr>
            <a:r>
              <a:rPr lang="zh-CN" altLang="en-US" sz="19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愿景：让每个学生都拥有专属</a:t>
            </a:r>
            <a:r>
              <a:rPr lang="en-US" altLang="zh-CN" sz="19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AI </a:t>
            </a:r>
            <a:r>
              <a:rPr lang="zh-CN" altLang="en-US" sz="1900" b="1">
                <a:solidFill>
                  <a:srgbClr val="000000"/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导师</a:t>
            </a:r>
            <a:endParaRPr lang="zh-CN" altLang="en-US" sz="1900" b="1">
              <a:solidFill>
                <a:srgbClr val="000000"/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5"/>
            </p:custDataLst>
          </p:nvPr>
        </p:nvSpPr>
        <p:spPr>
          <a:xfrm>
            <a:off x="4498754" y="5855360"/>
            <a:ext cx="3196378" cy="158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p>
            <a:pPr algn="ctr"/>
            <a:r>
              <a:rPr lang="zh-CN" altLang="en-US" sz="1000">
                <a:solidFill>
                  <a:srgbClr val="000000">
                    <a:alpha val="9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从</a:t>
            </a:r>
            <a:r>
              <a:rPr lang="en-US" altLang="zh-CN" sz="1000">
                <a:solidFill>
                  <a:srgbClr val="000000">
                    <a:alpha val="9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DSA </a:t>
            </a:r>
            <a:r>
              <a:rPr lang="zh-CN" altLang="en-US" sz="1000">
                <a:solidFill>
                  <a:srgbClr val="000000">
                    <a:alpha val="9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课程出发，构建通用的</a:t>
            </a:r>
            <a:r>
              <a:rPr lang="en-US" altLang="zh-CN" sz="1000">
                <a:solidFill>
                  <a:srgbClr val="000000">
                    <a:alpha val="9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 AI </a:t>
            </a:r>
            <a:r>
              <a:rPr lang="zh-CN" altLang="en-US" sz="1000">
                <a:solidFill>
                  <a:srgbClr val="000000">
                    <a:alpha val="90000"/>
                  </a:srgbClr>
                </a:solidFill>
                <a:latin typeface="汉仪雅酷黑 55W" panose="00020600040101010101" charset="-122"/>
                <a:ea typeface="汉仪雅酷黑 55W" panose="00020600040101010101" charset="-122"/>
                <a:cs typeface="汉仪雅酷黑 55W" panose="00020600040101010101" charset="-122"/>
              </a:rPr>
              <a:t>个性化学习平台</a:t>
            </a:r>
            <a:endParaRPr lang="zh-CN" altLang="en-US" sz="1000">
              <a:solidFill>
                <a:srgbClr val="000000">
                  <a:alpha val="90000"/>
                </a:srgbClr>
              </a:solidFill>
              <a:latin typeface="汉仪雅酷黑 55W" panose="00020600040101010101" charset="-122"/>
              <a:ea typeface="汉仪雅酷黑 55W" panose="00020600040101010101" charset="-122"/>
              <a:cs typeface="汉仪雅酷黑 55W" panose="00020600040101010101" charset="-122"/>
            </a:endParaRPr>
          </a:p>
        </p:txBody>
      </p:sp>
    </p:spTree>
    <p:custDataLst>
      <p:tags r:id="rId2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407035" y="4612970"/>
            <a:ext cx="2622944" cy="464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zh-CN" altLang="en-US" dirty="0">
              <a:solidFill>
                <a:schemeClr val="lt1"/>
              </a:solidFill>
              <a:latin typeface="Arial Black" panose="020B0A04020102020204" charset="0"/>
              <a:ea typeface="汉仪雅酷黑 55W" panose="00020600040101010101" charset="-122"/>
            </a:endParaRPr>
          </a:p>
        </p:txBody>
      </p:sp>
      <p:sp>
        <p:nvSpPr>
          <p:cNvPr id="2" name="标题 1"/>
          <p:cNvSpPr/>
          <p:nvPr>
            <p:ph type="title" idx="1"/>
            <p:custDataLst>
              <p:tags r:id="rId2"/>
            </p:custDataLst>
          </p:nvPr>
        </p:nvSpPr>
        <p:spPr/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800">
                <a:solidFill>
                  <a:schemeClr val="accent1"/>
                </a:solidFill>
              </a:rPr>
              <a:t>Thank You</a:t>
            </a:r>
            <a:endParaRPr lang="zh-CN" altLang="en-US" sz="4800">
              <a:solidFill>
                <a:schemeClr val="accent1"/>
              </a:solidFill>
            </a:endParaRPr>
          </a:p>
        </p:txBody>
      </p:sp>
      <p:sp>
        <p:nvSpPr>
          <p:cNvPr id="6" name="文本占位符 5"/>
          <p:cNvSpPr/>
          <p:nvPr>
            <p:ph type="body" idx="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CLICK HERE TO ADD A TITLE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407035" y="4028879"/>
            <a:ext cx="6226909" cy="463977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76200" bIns="38100" rtlCol="0" anchor="t" anchorCtr="0">
            <a:normAutofit/>
          </a:bodyPr>
          <a:p>
            <a:pPr>
              <a:lnSpc>
                <a:spcPct val="120000"/>
              </a:lnSpc>
            </a:pPr>
            <a:r>
              <a:rPr lang="zh-CN" altLang="en-US" sz="1400" spc="500" dirty="0">
                <a:solidFill>
                  <a:schemeClr val="lt1"/>
                </a:solidFill>
                <a:uFillTx/>
                <a:latin typeface="Arial Black" panose="020B0A04020102020204" charset="0"/>
                <a:ea typeface="汉仪雅酷黑 55W" panose="00020600040101010101" charset="-122"/>
                <a:sym typeface="+mn-ea"/>
              </a:rPr>
              <a:t>单击此处添加文本具体内容</a:t>
            </a:r>
            <a:endParaRPr lang="zh-CN" altLang="en-US" sz="1400" spc="500" dirty="0">
              <a:solidFill>
                <a:schemeClr val="lt1"/>
              </a:solidFill>
              <a:uFillTx/>
              <a:latin typeface="Arial Black" panose="020B0A04020102020204" charset="0"/>
              <a:ea typeface="汉仪雅酷黑 55W" panose="00020600040101010101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407035" y="4616463"/>
            <a:ext cx="2622944" cy="550205"/>
          </a:xfrm>
          <a:prstGeom prst="rect">
            <a:avLst/>
          </a:prstGeom>
          <a:noFill/>
        </p:spPr>
        <p:txBody>
          <a:bodyPr wrap="square" rtlCol="0" anchor="ctr" anchorCtr="1">
            <a:normAutofit/>
          </a:bodyPr>
          <a:p>
            <a:pPr algn="r"/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Arial Black" panose="020B0A04020102020204" charset="0"/>
                <a:ea typeface="汉仪雅酷黑 55W" panose="00020600040101010101" charset="-122"/>
              </a:rPr>
              <a:t>演讲人姓名</a:t>
            </a:r>
            <a:endParaRPr lang="zh-CN" altLang="en-US" sz="1400" dirty="0">
              <a:solidFill>
                <a:schemeClr val="dk1">
                  <a:lumMod val="85000"/>
                  <a:lumOff val="15000"/>
                </a:schemeClr>
              </a:solidFill>
              <a:latin typeface="Arial Black" panose="020B0A04020102020204" charset="0"/>
              <a:ea typeface="汉仪雅酷黑 55W" panose="00020600040101010101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1*i*1"/>
  <p:tag name="KSO_WM_BEAUTIFY_FLAG" val="#wm#"/>
  <p:tag name="KSO_WM_TAG_VERSION" val="1.0"/>
  <p:tag name="KSO_WM_CHIP_GROUPID" val="61b99f67c9524cd5e8be1403"/>
  <p:tag name="KSO_WM_CHIP_XID" val="61b99f67c9524cd5e8be1408"/>
  <p:tag name="KSO_WM_UNIT_DEC_AREA_ID" val="b8ec0748947a4133b92ba8fcbe02cb5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67e11266e734fb6b617ddb0a8b3d1f5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商务风年终工作总结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415_1*a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43afa9f4299d41ce8d71abdd14151970"/>
  <p:tag name="KSO_WM_CHIP_GROUPID" val="614aa4571e630cfd8f114e14"/>
  <p:tag name="KSO_WM_CHIP_XID" val="614aa4571e630cfd8f114e15"/>
  <p:tag name="KSO_WM_CHIP_FILLAREA_FILL_RULE" val="{&quot;fill_align&quot;:&quot;lm&quot;,&quot;fill_mode&quot;:&quot;adaptive&quot;,&quot;sacle_strategy&quot;:&quot;smart&quot;}"/>
  <p:tag name="KSO_WM_ASSEMBLE_CHIP_INDEX" val="2a2f4a6a0593406f8becae9874a82f00"/>
  <p:tag name="KSO_WM_UNIT_TEXT_FILL_FORE_SCHEMECOLOR_INDEX_BRIGHTNESS" val="0.15"/>
  <p:tag name="KSO_WM_UNIT_TEXT_FILL_FORE_SCHEMECOLOR_INDEX" val="13"/>
  <p:tag name="KSO_WM_UNIT_TEXT_FILL_TYPE" val="1"/>
  <p:tag name="KSO_WM_TEMPLATE_ASSEMBLE_XID" val="61c5354460b1651643808789"/>
  <p:tag name="KSO_WM_TEMPLATE_ASSEMBLE_GROUPID" val="61b99f67c9524cd5e8be1403"/>
</p:tagLst>
</file>

<file path=ppt/tags/tag3.xml><?xml version="1.0" encoding="utf-8"?>
<p:tagLst xmlns:p="http://schemas.openxmlformats.org/presentationml/2006/main">
  <p:tag name="KSO_WM_UNIT_PRESET_TEXT" val="CLICK HERE TO ADD A TITLE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415_1*b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18;26;2"/>
  <p:tag name="KSO_WM_UNIT_BLOCK" val="0"/>
  <p:tag name="KSO_WM_UNIT_DEC_AREA_ID" val="f904b54d4f9d4b809321efbff47b6bc6"/>
  <p:tag name="KSO_WM_UNIT_ISCONTENTSTITLE" val="0"/>
  <p:tag name="KSO_WM_UNIT_ISNUMDGMTITLE" val="0"/>
  <p:tag name="KSO_WM_CHIP_GROUPID" val="614aa4571e630cfd8f114e14"/>
  <p:tag name="KSO_WM_CHIP_XID" val="614aa4571e630cfd8f114e15"/>
  <p:tag name="KSO_WM_CHIP_FILLAREA_FILL_RULE" val="{&quot;fill_align&quot;:&quot;lm&quot;,&quot;fill_mode&quot;:&quot;adaptive&quot;,&quot;sacle_strategy&quot;:&quot;smart&quot;}"/>
  <p:tag name="KSO_WM_ASSEMBLE_CHIP_INDEX" val="2a2f4a6a0593406f8becae9874a82f00"/>
  <p:tag name="KSO_WM_UNIT_TEXT_FILL_FORE_SCHEMECOLOR_INDEX_BRIGHTNESS" val="0.15"/>
  <p:tag name="KSO_WM_UNIT_TEXT_FILL_FORE_SCHEMECOLOR_INDEX" val="13"/>
  <p:tag name="KSO_WM_UNIT_TEXT_FILL_TYPE" val="1"/>
  <p:tag name="KSO_WM_TEMPLATE_ASSEMBLE_XID" val="61c5354460b1651643808789"/>
  <p:tag name="KSO_WM_TEMPLATE_ASSEMBLE_GROUPID" val="61b99f67c9524cd5e8be1403"/>
</p:tagLst>
</file>

<file path=ppt/tags/tag4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5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3*i*1"/>
  <p:tag name="KSO_WM_BEAUTIFY_FLAG" val="#wm#"/>
  <p:tag name="KSO_WM_TAG_VERSION" val="1.0"/>
  <p:tag name="KSO_WM_CHIP_GROUPID" val="61b99f67c9524cd5e8be1403"/>
  <p:tag name="KSO_WM_CHIP_XID" val="61b99f67c9524cd5e8be1406"/>
  <p:tag name="KSO_WM_UNIT_DEC_AREA_ID" val="0a94da90bbe24b3695264d93fb288dc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dc60257d53c4bbabc7190116854b438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415_1*a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66;72;2"/>
  <p:tag name="KSO_WM_UNIT_BLOCK" val="0"/>
  <p:tag name="KSO_WM_UNIT_DEC_AREA_ID" val="cbad60854c18436b8f395ee8999e900e"/>
  <p:tag name="KSO_WM_CHIP_GROUPID" val="618886c004b8904ebc644f8f"/>
  <p:tag name="KSO_WM_CHIP_XID" val="618886c004b8904ebc644f8c"/>
  <p:tag name="KSO_WM_CHIP_FILLAREA_FILL_RULE" val="{&quot;fill_align&quot;:&quot;cm&quot;,&quot;fill_mode&quot;:&quot;adaptive&quot;,&quot;sacle_strategy&quot;:&quot;smart&quot;}"/>
  <p:tag name="KSO_WM_ASSEMBLE_CHIP_INDEX" val="723b5038e598442682b3ba23b9ed24ee"/>
  <p:tag name="KSO_WM_UNIT_TEXT_FILL_FORE_SCHEMECOLOR_INDEX_BRIGHTNESS" val="0.15"/>
  <p:tag name="KSO_WM_UNIT_TEXT_FILL_FORE_SCHEMECOLOR_INDEX" val="13"/>
  <p:tag name="KSO_WM_UNIT_TEXT_FILL_TYPE" val="1"/>
  <p:tag name="KSO_WM_TEMPLATE_ASSEMBLE_XID" val="61c5354360b165164380871a"/>
  <p:tag name="KSO_WM_TEMPLATE_ASSEMBLE_GROUPID" val="61b99f67c9524cd5e8be1403"/>
</p:tagLst>
</file>

<file path=ppt/tags/tag7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8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9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5*i*1"/>
  <p:tag name="KSO_WM_BEAUTIFY_FLAG" val="#wm#"/>
  <p:tag name="KSO_WM_TAG_VERSION" val="1.0"/>
  <p:tag name="KSO_WM_CHIP_GROUPID" val="61b99f67c9524cd5e8be1403"/>
  <p:tag name="KSO_WM_CHIP_XID" val="61b99f67c9524cd5e8be1404"/>
  <p:tag name="KSO_WM_UNIT_DEC_AREA_ID" val="33db6242b7564e218f2e1ff56d708fa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c1070d781b4455ba2f5a6dcf92c8b2d"/>
</p:tagLst>
</file>

<file path=ppt/tags/tag10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11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12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13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4*i*1"/>
  <p:tag name="KSO_WM_BEAUTIFY_FLAG" val="#wm#"/>
  <p:tag name="KSO_WM_TAG_VERSION" val="1.0"/>
  <p:tag name="KSO_WM_CHIP_GROUPID" val="61b99f67c9524cd5e8be1403"/>
  <p:tag name="KSO_WM_CHIP_XID" val="61b99f67c9524cd5e8be1405"/>
  <p:tag name="KSO_WM_UNIT_DEC_AREA_ID" val="c41e428485324d72b5da8631e906e0e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612c431f9b7447bb2a77db0ccde4bb5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415_1*a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76145fc2479141f884680c721c275eee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13a7ddfb8f854d6389082eaece785bea"/>
  <p:tag name="KSO_WM_UNIT_TEXT_FILL_FORE_SCHEMECOLOR_INDEX_BRIGHTNESS" val="0"/>
  <p:tag name="KSO_WM_UNIT_TEXT_FILL_FORE_SCHEMECOLOR_INDEX" val="14"/>
  <p:tag name="KSO_WM_UNIT_TEXT_FILL_TYPE" val="1"/>
  <p:tag name="KSO_WM_TEMPLATE_ASSEMBLE_XID" val="61c535448a446f1b30ebd9ba"/>
  <p:tag name="KSO_WM_TEMPLATE_ASSEMBLE_GROUPID" val="61b99f67c9524cd5e8be1403"/>
</p:tagLst>
</file>

<file path=ppt/tags/tag15.xml><?xml version="1.0" encoding="utf-8"?>
<p:tagLst xmlns:p="http://schemas.openxmlformats.org/presentationml/2006/main">
  <p:tag name="KSO_WM_UNIT_PRESET_TEXT" val="CLICK HERE TO ADD A TITLE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415_1*b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18;26;2"/>
  <p:tag name="KSO_WM_UNIT_BLOCK" val="0"/>
  <p:tag name="KSO_WM_UNIT_DEC_AREA_ID" val="9091cd194b184212bb9b9968fee8613d"/>
  <p:tag name="KSO_WM_UNIT_ISCONTENTSTITLE" val="0"/>
  <p:tag name="KSO_WM_UNIT_ISNUMDGMTITLE" val="0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13a7ddfb8f854d6389082eaece785bea"/>
  <p:tag name="KSO_WM_UNIT_TEXT_FILL_FORE_SCHEMECOLOR_INDEX_BRIGHTNESS" val="0"/>
  <p:tag name="KSO_WM_UNIT_TEXT_FILL_FORE_SCHEMECOLOR_INDEX" val="14"/>
  <p:tag name="KSO_WM_UNIT_TEXT_FILL_TYPE" val="1"/>
  <p:tag name="KSO_WM_TEMPLATE_ASSEMBLE_XID" val="61c535448a446f1b30ebd9ba"/>
  <p:tag name="KSO_WM_TEMPLATE_ASSEMBLE_GROUPID" val="61b99f67c9524cd5e8be1403"/>
</p:tagLst>
</file>

<file path=ppt/tags/tag16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17.xml><?xml version="1.0" encoding="utf-8"?>
<p:tagLst xmlns:p="http://schemas.openxmlformats.org/presentationml/2006/main">
  <p:tag name="KSO_WM_SLIDE_BACKGROUND_TYPE" val="general"/>
</p:tagLst>
</file>

<file path=ppt/tags/tag18.xml><?xml version="1.0" encoding="utf-8"?>
<p:tagLst xmlns:p="http://schemas.openxmlformats.org/presentationml/2006/main">
  <p:tag name="KSO_WM_SLIDE_BACKGROUND_TYPE" val="general"/>
</p:tagLst>
</file>

<file path=ppt/tags/tag19.xml><?xml version="1.0" encoding="utf-8"?>
<p:tagLst xmlns:p="http://schemas.openxmlformats.org/presentationml/2006/main">
  <p:tag name="KSO_WM_SLIDE_BACKGROUND_TYPE" val="general"/>
</p:tagLst>
</file>

<file path=ppt/tags/tag20.xml><?xml version="1.0" encoding="utf-8"?>
<p:tagLst xmlns:p="http://schemas.openxmlformats.org/presentationml/2006/main">
  <p:tag name="KSO_WM_SLIDE_BACKGROUND_TYPE" val="general"/>
</p:tagLst>
</file>

<file path=ppt/tags/tag21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f9412f2683b5425686308fb8edef2c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c8bf603776d4dbcbdb8d3fe4e82b4bd"/>
  <p:tag name="KSO_WM_SLIDE_BACKGROUND_TYPE" val="frame"/>
</p:tagLst>
</file>

<file path=ppt/tags/tag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286"/>
  <p:tag name="KSO_WM_CHIP_GROUPID" val="612f6a61c37455bdf62a9584"/>
  <p:tag name="KSO_WM_CHIP_XID" val="612f6a61c37455bdf62a9586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p="http://schemas.openxmlformats.org/presentationml/2006/main">
  <p:tag name="KSO_WM_SLIDE_BACKGROUND_TYPE" val="frame"/>
</p:tagLst>
</file>

<file path=ppt/tags/tag24.xml><?xml version="1.0" encoding="utf-8"?>
<p:tagLst xmlns:p="http://schemas.openxmlformats.org/presentationml/2006/main">
  <p:tag name="KSO_WM_SLIDE_BACKGROUND_TYPE" val="frame"/>
</p:tagLst>
</file>

<file path=ppt/tags/tag25.xml><?xml version="1.0" encoding="utf-8"?>
<p:tagLst xmlns:p="http://schemas.openxmlformats.org/presentationml/2006/main">
  <p:tag name="KSO_WM_SLIDE_BACKGROUND_TYPE" val="frame"/>
</p:tagLst>
</file>

<file path=ppt/tags/tag26.xml><?xml version="1.0" encoding="utf-8"?>
<p:tagLst xmlns:p="http://schemas.openxmlformats.org/presentationml/2006/main">
  <p:tag name="KSO_WM_SLIDE_BACKGROUND_TYPE" val="frame"/>
</p:tagLst>
</file>

<file path=ppt/tags/tag27.xml><?xml version="1.0" encoding="utf-8"?>
<p:tagLst xmlns:p="http://schemas.openxmlformats.org/presentationml/2006/main">
  <p:tag name="KSO_WM_SLIDE_BACKGROUND_TYPE" val="frame"/>
</p:tagLst>
</file>

<file path=ppt/tags/tag28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0e5a012c2c9e4648a11d3bc69b70323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1bcf2344f9544c30bf31a2c8a9028417"/>
  <p:tag name="KSO_WM_SLIDE_BACKGROUND_TYPE" val="leftRight"/>
</p:tagLst>
</file>

<file path=ppt/tags/tag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.xml><?xml version="1.0" encoding="utf-8"?>
<p:tagLst xmlns:p="http://schemas.openxmlformats.org/presentationml/2006/main">
  <p:tag name="KSO_WM_SLIDE_BACKGROUND_TYPE" val="leftRight"/>
</p:tagLst>
</file>

<file path=ppt/tags/tag31.xml><?xml version="1.0" encoding="utf-8"?>
<p:tagLst xmlns:p="http://schemas.openxmlformats.org/presentationml/2006/main">
  <p:tag name="KSO_WM_SLIDE_BACKGROUND_TYPE" val="leftRight"/>
</p:tagLst>
</file>

<file path=ppt/tags/tag32.xml><?xml version="1.0" encoding="utf-8"?>
<p:tagLst xmlns:p="http://schemas.openxmlformats.org/presentationml/2006/main">
  <p:tag name="KSO_WM_SLIDE_BACKGROUND_TYPE" val="leftRight"/>
</p:tagLst>
</file>

<file path=ppt/tags/tag33.xml><?xml version="1.0" encoding="utf-8"?>
<p:tagLst xmlns:p="http://schemas.openxmlformats.org/presentationml/2006/main">
  <p:tag name="KSO_WM_SLIDE_BACKGROUND_TYPE" val="leftRight"/>
</p:tagLst>
</file>

<file path=ppt/tags/tag34.xml><?xml version="1.0" encoding="utf-8"?>
<p:tagLst xmlns:p="http://schemas.openxmlformats.org/presentationml/2006/main">
  <p:tag name="KSO_WM_SLIDE_BACKGROUND_TYPE" val="leftRight"/>
</p:tagLst>
</file>

<file path=ppt/tags/tag35.xml><?xml version="1.0" encoding="utf-8"?>
<p:tagLst xmlns:p="http://schemas.openxmlformats.org/presentationml/2006/main">
  <p:tag name="KSO_WM_SLIDE_BACKGROUND_TYPE" val="leftRight"/>
</p:tagLst>
</file>

<file path=ppt/tags/tag36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a3e88ff7ca544283a52e1dd5babe9cc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5f0a14a7f7c4174b4bb681e74220ab1"/>
  <p:tag name="KSO_WM_SLIDE_BACKGROUND_TYPE" val="topBottom"/>
</p:tagLst>
</file>

<file path=ppt/tags/tag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.xml><?xml version="1.0" encoding="utf-8"?>
<p:tagLst xmlns:p="http://schemas.openxmlformats.org/presentationml/2006/main">
  <p:tag name="KSO_WM_SLIDE_BACKGROUND_TYPE" val="topBottom"/>
</p:tagLst>
</file>

<file path=ppt/tags/tag39.xml><?xml version="1.0" encoding="utf-8"?>
<p:tagLst xmlns:p="http://schemas.openxmlformats.org/presentationml/2006/main">
  <p:tag name="KSO_WM_SLIDE_BACKGROUND_TYPE" val="topBottom"/>
</p:tagLst>
</file>

<file path=ppt/tags/tag40.xml><?xml version="1.0" encoding="utf-8"?>
<p:tagLst xmlns:p="http://schemas.openxmlformats.org/presentationml/2006/main">
  <p:tag name="KSO_WM_SLIDE_BACKGROUND_TYPE" val="topBottom"/>
</p:tagLst>
</file>

<file path=ppt/tags/tag41.xml><?xml version="1.0" encoding="utf-8"?>
<p:tagLst xmlns:p="http://schemas.openxmlformats.org/presentationml/2006/main">
  <p:tag name="KSO_WM_SLIDE_BACKGROUND_TYPE" val="topBottom"/>
</p:tagLst>
</file>

<file path=ppt/tags/tag42.xml><?xml version="1.0" encoding="utf-8"?>
<p:tagLst xmlns:p="http://schemas.openxmlformats.org/presentationml/2006/main">
  <p:tag name="KSO_WM_SLIDE_BACKGROUND_TYPE" val="topBottom"/>
</p:tagLst>
</file>

<file path=ppt/tags/tag43.xml><?xml version="1.0" encoding="utf-8"?>
<p:tagLst xmlns:p="http://schemas.openxmlformats.org/presentationml/2006/main">
  <p:tag name="KSO_WM_SLIDE_BACKGROUND_TYPE" val="topBottom"/>
</p:tagLst>
</file>

<file path=ppt/tags/tag44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da3a6a068f16442681b8bdd185d03bf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3328e82686e4651a99fce54e5328f98"/>
  <p:tag name="KSO_WM_SLIDE_BACKGROUND_TYPE" val="bottomTop"/>
</p:tagLst>
</file>

<file path=ppt/tags/tag4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6.xml><?xml version="1.0" encoding="utf-8"?>
<p:tagLst xmlns:p="http://schemas.openxmlformats.org/presentationml/2006/main">
  <p:tag name="KSO_WM_SLIDE_BACKGROUND_TYPE" val="bottomTop"/>
</p:tagLst>
</file>

<file path=ppt/tags/tag47.xml><?xml version="1.0" encoding="utf-8"?>
<p:tagLst xmlns:p="http://schemas.openxmlformats.org/presentationml/2006/main">
  <p:tag name="KSO_WM_SLIDE_BACKGROUND_TYPE" val="bottomTop"/>
</p:tagLst>
</file>

<file path=ppt/tags/tag48.xml><?xml version="1.0" encoding="utf-8"?>
<p:tagLst xmlns:p="http://schemas.openxmlformats.org/presentationml/2006/main">
  <p:tag name="KSO_WM_SLIDE_BACKGROUND_TYPE" val="bottomTop"/>
</p:tagLst>
</file>

<file path=ppt/tags/tag49.xml><?xml version="1.0" encoding="utf-8"?>
<p:tagLst xmlns:p="http://schemas.openxmlformats.org/presentationml/2006/main">
  <p:tag name="KSO_WM_SLIDE_BACKGROUND_TYPE" val="bottomTop"/>
</p:tagLst>
</file>

<file path=ppt/tags/tag50.xml><?xml version="1.0" encoding="utf-8"?>
<p:tagLst xmlns:p="http://schemas.openxmlformats.org/presentationml/2006/main">
  <p:tag name="KSO_WM_SLIDE_BACKGROUND_TYPE" val="bottomTop"/>
</p:tagLst>
</file>

<file path=ppt/tags/tag51.xml><?xml version="1.0" encoding="utf-8"?>
<p:tagLst xmlns:p="http://schemas.openxmlformats.org/presentationml/2006/main">
  <p:tag name="KSO_WM_SLIDE_BACKGROUND_TYPE" val="bottomTop"/>
</p:tagLst>
</file>

<file path=ppt/tags/tag52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63dbfcadef914ac28bf83c97623a041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6c4a28c95794767b511780ee61e9620"/>
  <p:tag name="KSO_WM_SLIDE_BACKGROUND_TYPE" val="navigation"/>
</p:tagLst>
</file>

<file path=ppt/tags/tag5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a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4.xml><?xml version="1.0" encoding="utf-8"?>
<p:tagLst xmlns:p="http://schemas.openxmlformats.org/presentationml/2006/main">
  <p:tag name="KSO_WM_SLIDE_BACKGROUND_TYPE" val="navigation"/>
</p:tagLst>
</file>

<file path=ppt/tags/tag55.xml><?xml version="1.0" encoding="utf-8"?>
<p:tagLst xmlns:p="http://schemas.openxmlformats.org/presentationml/2006/main">
  <p:tag name="KSO_WM_SLIDE_BACKGROUND_TYPE" val="navigation"/>
</p:tagLst>
</file>

<file path=ppt/tags/tag56.xml><?xml version="1.0" encoding="utf-8"?>
<p:tagLst xmlns:p="http://schemas.openxmlformats.org/presentationml/2006/main">
  <p:tag name="KSO_WM_SLIDE_BACKGROUND_TYPE" val="navigation"/>
</p:tagLst>
</file>

<file path=ppt/tags/tag57.xml><?xml version="1.0" encoding="utf-8"?>
<p:tagLst xmlns:p="http://schemas.openxmlformats.org/presentationml/2006/main">
  <p:tag name="KSO_WM_SLIDE_BACKGROUND_TYPE" val="navigation"/>
</p:tagLst>
</file>

<file path=ppt/tags/tag58.xml><?xml version="1.0" encoding="utf-8"?>
<p:tagLst xmlns:p="http://schemas.openxmlformats.org/presentationml/2006/main">
  <p:tag name="KSO_WM_SLIDE_BACKGROUND_TYPE" val="navigation"/>
</p:tagLst>
</file>

<file path=ppt/tags/tag59.xml><?xml version="1.0" encoding="utf-8"?>
<p:tagLst xmlns:p="http://schemas.openxmlformats.org/presentationml/2006/main">
  <p:tag name="KSO_WM_SLIDE_BACKGROUND_TYPE" val="navigation"/>
</p:tagLst>
</file>

<file path=ppt/tags/tag60.xml><?xml version="1.0" encoding="utf-8"?>
<p:tagLst xmlns:p="http://schemas.openxmlformats.org/presentationml/2006/main">
  <p:tag name="KSO_WM_SLIDE_BACKGROUND_TYPE" val="navigation"/>
</p:tagLst>
</file>

<file path=ppt/tags/tag61.xml><?xml version="1.0" encoding="utf-8"?>
<p:tagLst xmlns:p="http://schemas.openxmlformats.org/presentationml/2006/main">
  <p:tag name="KSO_WM_SLIDE_BACKGROUND_TYPE" val="navigation"/>
</p:tagLst>
</file>

<file path=ppt/tags/tag62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27f5c3906f541fba793b9e7375cb35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43e9718a3f947b2a26d75a5feb91ed3"/>
  <p:tag name="KSO_WM_SLIDE_BACKGROUND_TYPE" val="belt"/>
</p:tagLst>
</file>

<file path=ppt/tags/tag6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b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.xml><?xml version="1.0" encoding="utf-8"?>
<p:tagLst xmlns:p="http://schemas.openxmlformats.org/presentationml/2006/main">
  <p:tag name="KSO_WM_SLIDE_BACKGROUND_TYPE" val="belt"/>
</p:tagLst>
</file>

<file path=ppt/tags/tag65.xml><?xml version="1.0" encoding="utf-8"?>
<p:tagLst xmlns:p="http://schemas.openxmlformats.org/presentationml/2006/main">
  <p:tag name="KSO_WM_SLIDE_BACKGROUND_TYPE" val="belt"/>
</p:tagLst>
</file>

<file path=ppt/tags/tag66.xml><?xml version="1.0" encoding="utf-8"?>
<p:tagLst xmlns:p="http://schemas.openxmlformats.org/presentationml/2006/main">
  <p:tag name="KSO_WM_SLIDE_BACKGROUND_TYPE" val="belt"/>
</p:tagLst>
</file>

<file path=ppt/tags/tag67.xml><?xml version="1.0" encoding="utf-8"?>
<p:tagLst xmlns:p="http://schemas.openxmlformats.org/presentationml/2006/main">
  <p:tag name="KSO_WM_SLIDE_BACKGROUND_TYPE" val="belt"/>
</p:tagLst>
</file>

<file path=ppt/tags/tag68.xml><?xml version="1.0" encoding="utf-8"?>
<p:tagLst xmlns:p="http://schemas.openxmlformats.org/presentationml/2006/main">
  <p:tag name="KSO_WM_SLIDE_BACKGROUND_TYPE" val="belt"/>
</p:tagLst>
</file>

<file path=ppt/tags/tag69.xml><?xml version="1.0" encoding="utf-8"?>
<p:tagLst xmlns:p="http://schemas.openxmlformats.org/presentationml/2006/main">
  <p:tag name="KSO_WM_TEMPLATE_CATEGORY" val="custom"/>
  <p:tag name="KSO_WM_TEMPLATE_INDEX" val="20221415"/>
</p:tagLst>
</file>

<file path=ppt/tags/tag70.xml><?xml version="1.0" encoding="utf-8"?>
<p:tagLst xmlns:p="http://schemas.openxmlformats.org/presentationml/2006/main">
  <p:tag name="KSO_WM_TEMPLATE_CATEGORY" val="custom"/>
  <p:tag name="KSO_WM_TEMPLATE_INDEX" val="20221415"/>
</p:tagLst>
</file>

<file path=ppt/tags/tag7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1415"/>
  <p:tag name="KSO_WM_CHIP_COLORING" val="3"/>
</p:tagLst>
</file>

<file path=ppt/tags/tag72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1*i*1"/>
  <p:tag name="KSO_WM_BEAUTIFY_FLAG" val="#wm#"/>
  <p:tag name="KSO_WM_TAG_VERSION" val="1.0"/>
  <p:tag name="KSO_WM_CHIP_GROUPID" val="61b99f67c9524cd5e8be1403"/>
  <p:tag name="KSO_WM_CHIP_XID" val="61b99f67c9524cd5e8be1408"/>
  <p:tag name="KSO_WM_UNIT_DEC_AREA_ID" val="b8ec0748947a4133b92ba8fcbe02cb5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67e11266e734fb6b617ddb0a8b3d1f5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商务风年终工作总结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415_1*a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43afa9f4299d41ce8d71abdd14151970"/>
  <p:tag name="KSO_WM_CHIP_GROUPID" val="614aa4571e630cfd8f114e14"/>
  <p:tag name="KSO_WM_CHIP_XID" val="614aa4571e630cfd8f114e15"/>
  <p:tag name="KSO_WM_CHIP_FILLAREA_FILL_RULE" val="{&quot;fill_align&quot;:&quot;lm&quot;,&quot;fill_mode&quot;:&quot;adaptive&quot;,&quot;sacle_strategy&quot;:&quot;smart&quot;}"/>
  <p:tag name="KSO_WM_ASSEMBLE_CHIP_INDEX" val="2a2f4a6a0593406f8becae9874a82f00"/>
  <p:tag name="KSO_WM_UNIT_TEXT_FILL_FORE_SCHEMECOLOR_INDEX_BRIGHTNESS" val="0.15"/>
  <p:tag name="KSO_WM_UNIT_TEXT_FILL_FORE_SCHEMECOLOR_INDEX" val="13"/>
  <p:tag name="KSO_WM_UNIT_TEXT_FILL_TYPE" val="1"/>
  <p:tag name="KSO_WM_TEMPLATE_ASSEMBLE_XID" val="61c5354460b1651643808789"/>
  <p:tag name="KSO_WM_TEMPLATE_ASSEMBLE_GROUPID" val="61b99f67c9524cd5e8be1403"/>
</p:tagLst>
</file>

<file path=ppt/tags/tag74.xml><?xml version="1.0" encoding="utf-8"?>
<p:tagLst xmlns:p="http://schemas.openxmlformats.org/presentationml/2006/main">
  <p:tag name="KSO_WM_UNIT_PRESET_TEXT" val="CLICK HERE TO ADD A TITLE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415_1*b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18;26;2"/>
  <p:tag name="KSO_WM_UNIT_BLOCK" val="0"/>
  <p:tag name="KSO_WM_UNIT_DEC_AREA_ID" val="f904b54d4f9d4b809321efbff47b6bc6"/>
  <p:tag name="KSO_WM_UNIT_ISCONTENTSTITLE" val="0"/>
  <p:tag name="KSO_WM_UNIT_ISNUMDGMTITLE" val="0"/>
  <p:tag name="KSO_WM_CHIP_GROUPID" val="614aa4571e630cfd8f114e14"/>
  <p:tag name="KSO_WM_CHIP_XID" val="614aa4571e630cfd8f114e15"/>
  <p:tag name="KSO_WM_CHIP_FILLAREA_FILL_RULE" val="{&quot;fill_align&quot;:&quot;lm&quot;,&quot;fill_mode&quot;:&quot;adaptive&quot;,&quot;sacle_strategy&quot;:&quot;smart&quot;}"/>
  <p:tag name="KSO_WM_ASSEMBLE_CHIP_INDEX" val="2a2f4a6a0593406f8becae9874a82f00"/>
  <p:tag name="KSO_WM_UNIT_TEXT_FILL_FORE_SCHEMECOLOR_INDEX_BRIGHTNESS" val="0.15"/>
  <p:tag name="KSO_WM_UNIT_TEXT_FILL_FORE_SCHEMECOLOR_INDEX" val="13"/>
  <p:tag name="KSO_WM_UNIT_TEXT_FILL_TYPE" val="1"/>
  <p:tag name="KSO_WM_TEMPLATE_ASSEMBLE_XID" val="61c5354460b1651643808789"/>
  <p:tag name="KSO_WM_TEMPLATE_ASSEMBLE_GROUPID" val="61b99f67c9524cd5e8be1403"/>
</p:tagLst>
</file>

<file path=ppt/tags/tag75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76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3*i*1"/>
  <p:tag name="KSO_WM_BEAUTIFY_FLAG" val="#wm#"/>
  <p:tag name="KSO_WM_TAG_VERSION" val="1.0"/>
  <p:tag name="KSO_WM_CHIP_GROUPID" val="61b99f67c9524cd5e8be1403"/>
  <p:tag name="KSO_WM_CHIP_XID" val="61b99f67c9524cd5e8be1406"/>
  <p:tag name="KSO_WM_UNIT_DEC_AREA_ID" val="0a94da90bbe24b3695264d93fb288dc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dc60257d53c4bbabc7190116854b438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415_1*a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66;72;2"/>
  <p:tag name="KSO_WM_UNIT_BLOCK" val="0"/>
  <p:tag name="KSO_WM_UNIT_DEC_AREA_ID" val="cbad60854c18436b8f395ee8999e900e"/>
  <p:tag name="KSO_WM_CHIP_GROUPID" val="618886c004b8904ebc644f8f"/>
  <p:tag name="KSO_WM_CHIP_XID" val="618886c004b8904ebc644f8c"/>
  <p:tag name="KSO_WM_CHIP_FILLAREA_FILL_RULE" val="{&quot;fill_align&quot;:&quot;cm&quot;,&quot;fill_mode&quot;:&quot;adaptive&quot;,&quot;sacle_strategy&quot;:&quot;smart&quot;}"/>
  <p:tag name="KSO_WM_ASSEMBLE_CHIP_INDEX" val="723b5038e598442682b3ba23b9ed24ee"/>
  <p:tag name="KSO_WM_UNIT_TEXT_FILL_FORE_SCHEMECOLOR_INDEX_BRIGHTNESS" val="0.15"/>
  <p:tag name="KSO_WM_UNIT_TEXT_FILL_FORE_SCHEMECOLOR_INDEX" val="13"/>
  <p:tag name="KSO_WM_UNIT_TEXT_FILL_TYPE" val="1"/>
  <p:tag name="KSO_WM_TEMPLATE_ASSEMBLE_XID" val="61c5354360b165164380871a"/>
  <p:tag name="KSO_WM_TEMPLATE_ASSEMBLE_GROUPID" val="61b99f67c9524cd5e8be1403"/>
</p:tagLst>
</file>

<file path=ppt/tags/tag78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79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80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5*i*1"/>
  <p:tag name="KSO_WM_BEAUTIFY_FLAG" val="#wm#"/>
  <p:tag name="KSO_WM_TAG_VERSION" val="1.0"/>
  <p:tag name="KSO_WM_CHIP_GROUPID" val="61b99f67c9524cd5e8be1403"/>
  <p:tag name="KSO_WM_CHIP_XID" val="61b99f67c9524cd5e8be1404"/>
  <p:tag name="KSO_WM_UNIT_DEC_AREA_ID" val="33db6242b7564e218f2e1ff56d708fa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c1070d781b4455ba2f5a6dcf92c8b2d"/>
</p:tagLst>
</file>

<file path=ppt/tags/tag81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82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83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</p:tagLst>
</file>

<file path=ppt/tags/tag84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4*i*1"/>
  <p:tag name="KSO_WM_BEAUTIFY_FLAG" val="#wm#"/>
  <p:tag name="KSO_WM_TAG_VERSION" val="1.0"/>
  <p:tag name="KSO_WM_CHIP_GROUPID" val="61b99f67c9524cd5e8be1403"/>
  <p:tag name="KSO_WM_CHIP_XID" val="61b99f67c9524cd5e8be1405"/>
  <p:tag name="KSO_WM_UNIT_DEC_AREA_ID" val="c41e428485324d72b5da8631e906e0e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612c431f9b7447bb2a77db0ccde4bb5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415_1*a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76145fc2479141f884680c721c275eee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13a7ddfb8f854d6389082eaece785bea"/>
  <p:tag name="KSO_WM_UNIT_TEXT_FILL_FORE_SCHEMECOLOR_INDEX_BRIGHTNESS" val="0"/>
  <p:tag name="KSO_WM_UNIT_TEXT_FILL_FORE_SCHEMECOLOR_INDEX" val="14"/>
  <p:tag name="KSO_WM_UNIT_TEXT_FILL_TYPE" val="1"/>
  <p:tag name="KSO_WM_TEMPLATE_ASSEMBLE_XID" val="61c535448a446f1b30ebd9ba"/>
  <p:tag name="KSO_WM_TEMPLATE_ASSEMBLE_GROUPID" val="61b99f67c9524cd5e8be1403"/>
</p:tagLst>
</file>

<file path=ppt/tags/tag86.xml><?xml version="1.0" encoding="utf-8"?>
<p:tagLst xmlns:p="http://schemas.openxmlformats.org/presentationml/2006/main">
  <p:tag name="KSO_WM_UNIT_PRESET_TEXT" val="CLICK HERE TO ADD A TITLE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415_1*b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18;26;2"/>
  <p:tag name="KSO_WM_UNIT_BLOCK" val="0"/>
  <p:tag name="KSO_WM_UNIT_DEC_AREA_ID" val="9091cd194b184212bb9b9968fee8613d"/>
  <p:tag name="KSO_WM_UNIT_ISCONTENTSTITLE" val="0"/>
  <p:tag name="KSO_WM_UNIT_ISNUMDGMTITLE" val="0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13a7ddfb8f854d6389082eaece785bea"/>
  <p:tag name="KSO_WM_UNIT_TEXT_FILL_FORE_SCHEMECOLOR_INDEX_BRIGHTNESS" val="0"/>
  <p:tag name="KSO_WM_UNIT_TEXT_FILL_FORE_SCHEMECOLOR_INDEX" val="14"/>
  <p:tag name="KSO_WM_UNIT_TEXT_FILL_TYPE" val="1"/>
  <p:tag name="KSO_WM_TEMPLATE_ASSEMBLE_XID" val="61c535448a446f1b30ebd9ba"/>
  <p:tag name="KSO_WM_TEMPLATE_ASSEMBLE_GROUPID" val="61b99f67c9524cd5e8be1403"/>
</p:tagLst>
</file>

<file path=ppt/tags/tag87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88.xml><?xml version="1.0" encoding="utf-8"?>
<p:tagLst xmlns:p="http://schemas.openxmlformats.org/presentationml/2006/main">
  <p:tag name="KSO_WM_SLIDE_BACKGROUND_TYPE" val="general"/>
</p:tagLst>
</file>

<file path=ppt/tags/tag89.xml><?xml version="1.0" encoding="utf-8"?>
<p:tagLst xmlns:p="http://schemas.openxmlformats.org/presentationml/2006/main">
  <p:tag name="KSO_WM_SLIDE_BACKGROUND_TYPE" val="general"/>
</p:tagLst>
</file>

<file path=ppt/tags/tag90.xml><?xml version="1.0" encoding="utf-8"?>
<p:tagLst xmlns:p="http://schemas.openxmlformats.org/presentationml/2006/main">
  <p:tag name="KSO_WM_SLIDE_BACKGROUND_TYPE" val="general"/>
</p:tagLst>
</file>

<file path=ppt/tags/tag91.xml><?xml version="1.0" encoding="utf-8"?>
<p:tagLst xmlns:p="http://schemas.openxmlformats.org/presentationml/2006/main">
  <p:tag name="KSO_WM_SLIDE_BACKGROUND_TYPE" val="general"/>
</p:tagLst>
</file>

<file path=ppt/tags/tag92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f9412f2683b5425686308fb8edef2c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c8bf603776d4dbcbdb8d3fe4e82b4bd"/>
  <p:tag name="KSO_WM_SLIDE_BACKGROUND_TYPE" val="frame"/>
</p:tagLst>
</file>

<file path=ppt/tags/tag9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286"/>
  <p:tag name="KSO_WM_CHIP_GROUPID" val="612f6a61c37455bdf62a9584"/>
  <p:tag name="KSO_WM_CHIP_XID" val="612f6a61c37455bdf62a9586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4.xml><?xml version="1.0" encoding="utf-8"?>
<p:tagLst xmlns:p="http://schemas.openxmlformats.org/presentationml/2006/main">
  <p:tag name="KSO_WM_SLIDE_BACKGROUND_TYPE" val="frame"/>
</p:tagLst>
</file>

<file path=ppt/tags/tag95.xml><?xml version="1.0" encoding="utf-8"?>
<p:tagLst xmlns:p="http://schemas.openxmlformats.org/presentationml/2006/main">
  <p:tag name="KSO_WM_SLIDE_BACKGROUND_TYPE" val="frame"/>
</p:tagLst>
</file>

<file path=ppt/tags/tag96.xml><?xml version="1.0" encoding="utf-8"?>
<p:tagLst xmlns:p="http://schemas.openxmlformats.org/presentationml/2006/main">
  <p:tag name="KSO_WM_SLIDE_BACKGROUND_TYPE" val="frame"/>
</p:tagLst>
</file>

<file path=ppt/tags/tag97.xml><?xml version="1.0" encoding="utf-8"?>
<p:tagLst xmlns:p="http://schemas.openxmlformats.org/presentationml/2006/main">
  <p:tag name="KSO_WM_SLIDE_BACKGROUND_TYPE" val="frame"/>
</p:tagLst>
</file>

<file path=ppt/tags/tag98.xml><?xml version="1.0" encoding="utf-8"?>
<p:tagLst xmlns:p="http://schemas.openxmlformats.org/presentationml/2006/main">
  <p:tag name="KSO_WM_SLIDE_BACKGROUND_TYPE" val="frame"/>
</p:tagLst>
</file>

<file path=ppt/tags/tag99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0e5a012c2c9e4648a11d3bc69b70323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1bcf2344f9544c30bf31a2c8a9028417"/>
  <p:tag name="KSO_WM_SLIDE_BACKGROUND_TYPE" val="leftRight"/>
</p:tagLst>
</file>

<file path=ppt/tags/tag10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1.xml><?xml version="1.0" encoding="utf-8"?>
<p:tagLst xmlns:p="http://schemas.openxmlformats.org/presentationml/2006/main">
  <p:tag name="KSO_WM_SLIDE_BACKGROUND_TYPE" val="leftRight"/>
</p:tagLst>
</file>

<file path=ppt/tags/tag102.xml><?xml version="1.0" encoding="utf-8"?>
<p:tagLst xmlns:p="http://schemas.openxmlformats.org/presentationml/2006/main">
  <p:tag name="KSO_WM_SLIDE_BACKGROUND_TYPE" val="leftRight"/>
</p:tagLst>
</file>

<file path=ppt/tags/tag103.xml><?xml version="1.0" encoding="utf-8"?>
<p:tagLst xmlns:p="http://schemas.openxmlformats.org/presentationml/2006/main">
  <p:tag name="KSO_WM_SLIDE_BACKGROUND_TYPE" val="leftRight"/>
</p:tagLst>
</file>

<file path=ppt/tags/tag104.xml><?xml version="1.0" encoding="utf-8"?>
<p:tagLst xmlns:p="http://schemas.openxmlformats.org/presentationml/2006/main">
  <p:tag name="KSO_WM_SLIDE_BACKGROUND_TYPE" val="leftRight"/>
</p:tagLst>
</file>

<file path=ppt/tags/tag105.xml><?xml version="1.0" encoding="utf-8"?>
<p:tagLst xmlns:p="http://schemas.openxmlformats.org/presentationml/2006/main">
  <p:tag name="KSO_WM_SLIDE_BACKGROUND_TYPE" val="leftRight"/>
</p:tagLst>
</file>

<file path=ppt/tags/tag106.xml><?xml version="1.0" encoding="utf-8"?>
<p:tagLst xmlns:p="http://schemas.openxmlformats.org/presentationml/2006/main">
  <p:tag name="KSO_WM_SLIDE_BACKGROUND_TYPE" val="leftRight"/>
</p:tagLst>
</file>

<file path=ppt/tags/tag107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a3e88ff7ca544283a52e1dd5babe9cc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5f0a14a7f7c4174b4bb681e74220ab1"/>
  <p:tag name="KSO_WM_SLIDE_BACKGROUND_TYPE" val="topBottom"/>
</p:tagLst>
</file>

<file path=ppt/tags/tag10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9.xml><?xml version="1.0" encoding="utf-8"?>
<p:tagLst xmlns:p="http://schemas.openxmlformats.org/presentationml/2006/main">
  <p:tag name="KSO_WM_SLIDE_BACKGROUND_TYPE" val="topBottom"/>
</p:tagLst>
</file>

<file path=ppt/tags/tag110.xml><?xml version="1.0" encoding="utf-8"?>
<p:tagLst xmlns:p="http://schemas.openxmlformats.org/presentationml/2006/main">
  <p:tag name="KSO_WM_SLIDE_BACKGROUND_TYPE" val="topBottom"/>
</p:tagLst>
</file>

<file path=ppt/tags/tag111.xml><?xml version="1.0" encoding="utf-8"?>
<p:tagLst xmlns:p="http://schemas.openxmlformats.org/presentationml/2006/main">
  <p:tag name="KSO_WM_SLIDE_BACKGROUND_TYPE" val="topBottom"/>
</p:tagLst>
</file>

<file path=ppt/tags/tag112.xml><?xml version="1.0" encoding="utf-8"?>
<p:tagLst xmlns:p="http://schemas.openxmlformats.org/presentationml/2006/main">
  <p:tag name="KSO_WM_SLIDE_BACKGROUND_TYPE" val="topBottom"/>
</p:tagLst>
</file>

<file path=ppt/tags/tag113.xml><?xml version="1.0" encoding="utf-8"?>
<p:tagLst xmlns:p="http://schemas.openxmlformats.org/presentationml/2006/main">
  <p:tag name="KSO_WM_SLIDE_BACKGROUND_TYPE" val="topBottom"/>
</p:tagLst>
</file>

<file path=ppt/tags/tag114.xml><?xml version="1.0" encoding="utf-8"?>
<p:tagLst xmlns:p="http://schemas.openxmlformats.org/presentationml/2006/main">
  <p:tag name="KSO_WM_SLIDE_BACKGROUND_TYPE" val="topBottom"/>
</p:tagLst>
</file>

<file path=ppt/tags/tag115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da3a6a068f16442681b8bdd185d03bf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3328e82686e4651a99fce54e5328f98"/>
  <p:tag name="KSO_WM_SLIDE_BACKGROUND_TYPE" val="bottomTop"/>
</p:tagLst>
</file>

<file path=ppt/tags/tag1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7.xml><?xml version="1.0" encoding="utf-8"?>
<p:tagLst xmlns:p="http://schemas.openxmlformats.org/presentationml/2006/main">
  <p:tag name="KSO_WM_SLIDE_BACKGROUND_TYPE" val="bottomTop"/>
</p:tagLst>
</file>

<file path=ppt/tags/tag118.xml><?xml version="1.0" encoding="utf-8"?>
<p:tagLst xmlns:p="http://schemas.openxmlformats.org/presentationml/2006/main">
  <p:tag name="KSO_WM_SLIDE_BACKGROUND_TYPE" val="bottomTop"/>
</p:tagLst>
</file>

<file path=ppt/tags/tag119.xml><?xml version="1.0" encoding="utf-8"?>
<p:tagLst xmlns:p="http://schemas.openxmlformats.org/presentationml/2006/main">
  <p:tag name="KSO_WM_SLIDE_BACKGROUND_TYPE" val="bottomTop"/>
</p:tagLst>
</file>

<file path=ppt/tags/tag120.xml><?xml version="1.0" encoding="utf-8"?>
<p:tagLst xmlns:p="http://schemas.openxmlformats.org/presentationml/2006/main">
  <p:tag name="KSO_WM_SLIDE_BACKGROUND_TYPE" val="bottomTop"/>
</p:tagLst>
</file>

<file path=ppt/tags/tag121.xml><?xml version="1.0" encoding="utf-8"?>
<p:tagLst xmlns:p="http://schemas.openxmlformats.org/presentationml/2006/main">
  <p:tag name="KSO_WM_SLIDE_BACKGROUND_TYPE" val="bottomTop"/>
</p:tagLst>
</file>

<file path=ppt/tags/tag122.xml><?xml version="1.0" encoding="utf-8"?>
<p:tagLst xmlns:p="http://schemas.openxmlformats.org/presentationml/2006/main">
  <p:tag name="KSO_WM_SLIDE_BACKGROUND_TYPE" val="bottomTop"/>
</p:tagLst>
</file>

<file path=ppt/tags/tag123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63dbfcadef914ac28bf83c97623a041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6c4a28c95794767b511780ee61e9620"/>
  <p:tag name="KSO_WM_SLIDE_BACKGROUND_TYPE" val="navigation"/>
</p:tagLst>
</file>

<file path=ppt/tags/tag1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a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5.xml><?xml version="1.0" encoding="utf-8"?>
<p:tagLst xmlns:p="http://schemas.openxmlformats.org/presentationml/2006/main">
  <p:tag name="KSO_WM_SLIDE_BACKGROUND_TYPE" val="navigation"/>
</p:tagLst>
</file>

<file path=ppt/tags/tag126.xml><?xml version="1.0" encoding="utf-8"?>
<p:tagLst xmlns:p="http://schemas.openxmlformats.org/presentationml/2006/main">
  <p:tag name="KSO_WM_SLIDE_BACKGROUND_TYPE" val="navigation"/>
</p:tagLst>
</file>

<file path=ppt/tags/tag127.xml><?xml version="1.0" encoding="utf-8"?>
<p:tagLst xmlns:p="http://schemas.openxmlformats.org/presentationml/2006/main">
  <p:tag name="KSO_WM_SLIDE_BACKGROUND_TYPE" val="navigation"/>
</p:tagLst>
</file>

<file path=ppt/tags/tag128.xml><?xml version="1.0" encoding="utf-8"?>
<p:tagLst xmlns:p="http://schemas.openxmlformats.org/presentationml/2006/main">
  <p:tag name="KSO_WM_SLIDE_BACKGROUND_TYPE" val="navigation"/>
</p:tagLst>
</file>

<file path=ppt/tags/tag129.xml><?xml version="1.0" encoding="utf-8"?>
<p:tagLst xmlns:p="http://schemas.openxmlformats.org/presentationml/2006/main">
  <p:tag name="KSO_WM_SLIDE_BACKGROUND_TYPE" val="navigation"/>
</p:tagLst>
</file>

<file path=ppt/tags/tag130.xml><?xml version="1.0" encoding="utf-8"?>
<p:tagLst xmlns:p="http://schemas.openxmlformats.org/presentationml/2006/main">
  <p:tag name="KSO_WM_SLIDE_BACKGROUND_TYPE" val="navigation"/>
</p:tagLst>
</file>

<file path=ppt/tags/tag131.xml><?xml version="1.0" encoding="utf-8"?>
<p:tagLst xmlns:p="http://schemas.openxmlformats.org/presentationml/2006/main">
  <p:tag name="KSO_WM_SLIDE_BACKGROUND_TYPE" val="navigation"/>
</p:tagLst>
</file>

<file path=ppt/tags/tag132.xml><?xml version="1.0" encoding="utf-8"?>
<p:tagLst xmlns:p="http://schemas.openxmlformats.org/presentationml/2006/main">
  <p:tag name="KSO_WM_SLIDE_BACKGROUND_TYPE" val="navigation"/>
</p:tagLst>
</file>

<file path=ppt/tags/tag133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27f5c3906f541fba793b9e7375cb35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43e9718a3f947b2a26d75a5feb91ed3"/>
  <p:tag name="KSO_WM_SLIDE_BACKGROUND_TYPE" val="belt"/>
</p:tagLst>
</file>

<file path=ppt/tags/tag1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b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5.xml><?xml version="1.0" encoding="utf-8"?>
<p:tagLst xmlns:p="http://schemas.openxmlformats.org/presentationml/2006/main">
  <p:tag name="KSO_WM_SLIDE_BACKGROUND_TYPE" val="belt"/>
</p:tagLst>
</file>

<file path=ppt/tags/tag136.xml><?xml version="1.0" encoding="utf-8"?>
<p:tagLst xmlns:p="http://schemas.openxmlformats.org/presentationml/2006/main">
  <p:tag name="KSO_WM_SLIDE_BACKGROUND_TYPE" val="belt"/>
</p:tagLst>
</file>

<file path=ppt/tags/tag137.xml><?xml version="1.0" encoding="utf-8"?>
<p:tagLst xmlns:p="http://schemas.openxmlformats.org/presentationml/2006/main">
  <p:tag name="KSO_WM_SLIDE_BACKGROUND_TYPE" val="belt"/>
</p:tagLst>
</file>

<file path=ppt/tags/tag138.xml><?xml version="1.0" encoding="utf-8"?>
<p:tagLst xmlns:p="http://schemas.openxmlformats.org/presentationml/2006/main">
  <p:tag name="KSO_WM_SLIDE_BACKGROUND_TYPE" val="belt"/>
</p:tagLst>
</file>

<file path=ppt/tags/tag139.xml><?xml version="1.0" encoding="utf-8"?>
<p:tagLst xmlns:p="http://schemas.openxmlformats.org/presentationml/2006/main">
  <p:tag name="KSO_WM_SLIDE_BACKGROUND_TYPE" val="belt"/>
</p:tagLst>
</file>

<file path=ppt/tags/tag140.xml><?xml version="1.0" encoding="utf-8"?>
<p:tagLst xmlns:p="http://schemas.openxmlformats.org/presentationml/2006/main">
  <p:tag name="KSO_WM_TEMPLATE_CATEGORY" val="custom"/>
  <p:tag name="KSO_WM_TEMPLATE_INDEX" val="20221415"/>
</p:tagLst>
</file>

<file path=ppt/tags/tag141.xml><?xml version="1.0" encoding="utf-8"?>
<p:tagLst xmlns:p="http://schemas.openxmlformats.org/presentationml/2006/main">
  <p:tag name="KSO_WM_TEMPLATE_CATEGORY" val="custom"/>
  <p:tag name="KSO_WM_TEMPLATE_INDEX" val="20221415"/>
</p:tagLst>
</file>

<file path=ppt/tags/tag14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1415"/>
  <p:tag name="KSO_WM_CHIP_COLORING" val="3"/>
</p:tagLst>
</file>

<file path=ppt/tags/tag143.xml><?xml version="1.0" encoding="utf-8"?>
<p:tagLst xmlns:p="http://schemas.openxmlformats.org/presentationml/2006/main">
  <p:tag name="KSO_WM_UNIT_SUBTYPE" val="a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1415_1*f*2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SM_LIMIT_TYPE" val="2"/>
  <p:tag name="KSO_WM_UNIT_VALUE" val="11"/>
  <p:tag name="KSO_WM_UNIT_BLOCK" val="0"/>
  <p:tag name="KSO_WM_UNIT_DEC_AREA_ID" val="6094df397d1041269c2ab6971a7ecd9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b001d59286a4fa0b5408590198ed562&quot;,&quot;X&quot;:{&quot;Pos&quot;:1},&quot;Y&quot;:{&quot;Pos&quot;:1}},&quot;whChangeMode&quot;:0}"/>
  <p:tag name="KSO_WM_CHIP_GROUPID" val="614aa4571e630cfd8f114e14"/>
  <p:tag name="KSO_WM_CHIP_XID" val="614aa4571e630cfd8f114e15"/>
  <p:tag name="KSO_WM_CHIP_FILLAREA_FILL_RULE" val="{&quot;fill_align&quot;:&quot;lm&quot;,&quot;fill_mode&quot;:&quot;adaptive&quot;,&quot;sacle_strategy&quot;:&quot;smart&quot;}"/>
  <p:tag name="KSO_WM_ASSEMBLE_CHIP_INDEX" val="2a2f4a6a0593406f8becae9874a82f0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4.xml><?xml version="1.0" encoding="utf-8"?>
<p:tagLst xmlns:p="http://schemas.openxmlformats.org/presentationml/2006/main">
  <p:tag name="KSO_WM_UNIT_ISCONTENTSTITLE" val="0"/>
  <p:tag name="KSO_WM_UNIT_ISNUMDGMTITLE" val="0"/>
  <p:tag name="KSO_WM_UNIT_PRESET_TEXT" val="商务风年终工作总结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415_1*a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43afa9f4299d41ce8d71abdd14151970"/>
  <p:tag name="KSO_WM_CHIP_GROUPID" val="614aa4571e630cfd8f114e14"/>
  <p:tag name="KSO_WM_CHIP_XID" val="614aa4571e630cfd8f114e15"/>
  <p:tag name="KSO_WM_CHIP_FILLAREA_FILL_RULE" val="{&quot;fill_align&quot;:&quot;lm&quot;,&quot;fill_mode&quot;:&quot;adaptive&quot;,&quot;sacle_strategy&quot;:&quot;smart&quot;}"/>
  <p:tag name="KSO_WM_ASSEMBLE_CHIP_INDEX" val="2a2f4a6a0593406f8becae9874a82f00"/>
  <p:tag name="KSO_WM_UNIT_TEXT_FILL_FORE_SCHEMECOLOR_INDEX_BRIGHTNESS" val="0.15"/>
  <p:tag name="KSO_WM_UNIT_TEXT_FILL_FORE_SCHEMECOLOR_INDEX" val="13"/>
  <p:tag name="KSO_WM_UNIT_TEXT_FILL_TYPE" val="1"/>
</p:tagLst>
</file>

<file path=ppt/tags/tag145.xml><?xml version="1.0" encoding="utf-8"?>
<p:tagLst xmlns:p="http://schemas.openxmlformats.org/presentationml/2006/main">
  <p:tag name="KSO_WM_UNIT_PRESET_TEXT" val="CLICK HERE TO ADD A TITLE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415_1*b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18;26;2"/>
  <p:tag name="KSO_WM_UNIT_BLOCK" val="0"/>
  <p:tag name="KSO_WM_UNIT_DEC_AREA_ID" val="f904b54d4f9d4b809321efbff47b6bc6"/>
  <p:tag name="KSO_WM_UNIT_ISCONTENTSTITLE" val="0"/>
  <p:tag name="KSO_WM_UNIT_ISNUMDGMTITLE" val="0"/>
  <p:tag name="KSO_WM_CHIP_GROUPID" val="614aa4571e630cfd8f114e14"/>
  <p:tag name="KSO_WM_CHIP_XID" val="614aa4571e630cfd8f114e15"/>
  <p:tag name="KSO_WM_CHIP_FILLAREA_FILL_RULE" val="{&quot;fill_align&quot;:&quot;lm&quot;,&quot;fill_mode&quot;:&quot;adaptive&quot;,&quot;sacle_strategy&quot;:&quot;smart&quot;}"/>
  <p:tag name="KSO_WM_ASSEMBLE_CHIP_INDEX" val="2a2f4a6a0593406f8becae9874a82f00"/>
  <p:tag name="KSO_WM_UNIT_TEXT_FILL_FORE_SCHEMECOLOR_INDEX_BRIGHTNESS" val="0.15"/>
  <p:tag name="KSO_WM_UNIT_TEXT_FILL_FORE_SCHEMECOLOR_INDEX" val="13"/>
  <p:tag name="KSO_WM_UNIT_TEXT_FILL_TYPE" val="1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本具体内容"/>
  <p:tag name="KSO_WM_UNIT_NOCLEAR" val="0"/>
  <p:tag name="KSO_WM_UNIT_VALUE" val="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1415_1*f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12;14;2"/>
  <p:tag name="KSO_WM_UNIT_BLOCK" val="0"/>
  <p:tag name="KSO_WM_UNIT_DEC_AREA_ID" val="cd95b2897f734e4486d79f12f7586eb3"/>
  <p:tag name="KSO_WM_UNIT_SUBTYPE" val="a"/>
  <p:tag name="KSO_WM_CHIP_GROUPID" val="614aa4571e630cfd8f114e14"/>
  <p:tag name="KSO_WM_CHIP_XID" val="614aa4571e630cfd8f114e15"/>
  <p:tag name="KSO_WM_CHIP_FILLAREA_FILL_RULE" val="{&quot;fill_align&quot;:&quot;lm&quot;,&quot;fill_mode&quot;:&quot;adaptive&quot;,&quot;sacle_strategy&quot;:&quot;smart&quot;}"/>
  <p:tag name="KSO_WM_ASSEMBLE_CHIP_INDEX" val="2a2f4a6a0593406f8becae9874a82f00"/>
  <p:tag name="KSO_WM_UNIT_TEXT_FILL_FORE_SCHEMECOLOR_INDEX_BRIGHTNESS" val="0.15"/>
  <p:tag name="KSO_WM_UNIT_TEXT_FILL_FORE_SCHEMECOLOR_INDEX" val="13"/>
  <p:tag name="KSO_WM_UNIT_TEXT_FILL_TYPE" val="1"/>
</p:tagLst>
</file>

<file path=ppt/tags/tag147.xml><?xml version="1.0" encoding="utf-8"?>
<p:tagLst xmlns:p="http://schemas.openxmlformats.org/presentationml/2006/main">
  <p:tag name="KSO_WM_UNIT_SUBTYPE" val="b"/>
  <p:tag name="KSO_WM_UNIT_PRESET_TEXT" val="演讲人姓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21415_1*f*3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VALUE" val="24"/>
  <p:tag name="KSO_WM_UNIT_BLOCK" val="0"/>
  <p:tag name="KSO_WM_UNIT_DEC_AREA_ID" val="7b001d59286a4fa0b5408590198ed562"/>
  <p:tag name="KSO_WM_CHIP_GROUPID" val="614aa4571e630cfd8f114e14"/>
  <p:tag name="KSO_WM_CHIP_XID" val="614aa4571e630cfd8f114e15"/>
  <p:tag name="KSO_WM_CHIP_FILLAREA_FILL_RULE" val="{&quot;fill_align&quot;:&quot;lm&quot;,&quot;fill_mode&quot;:&quot;adaptive&quot;,&quot;sacle_strategy&quot;:&quot;smart&quot;}"/>
  <p:tag name="KSO_WM_ASSEMBLE_CHIP_INDEX" val="2a2f4a6a0593406f8becae9874a82f00"/>
  <p:tag name="KSO_WM_UNIT_TEXT_FILL_FORE_SCHEMECOLOR_INDEX_BRIGHTNESS" val="0"/>
  <p:tag name="KSO_WM_UNIT_TEXT_FILL_FORE_SCHEMECOLOR_INDEX" val="14"/>
  <p:tag name="KSO_WM_UNIT_TEXT_FILL_TYPE" val="1"/>
</p:tagLst>
</file>

<file path=ppt/tags/tag148.xml><?xml version="1.0" encoding="utf-8"?>
<p:tagLst xmlns:p="http://schemas.openxmlformats.org/presentationml/2006/main">
  <p:tag name="KSO_WM_SLIDE_CONTENT_ORIENTATION" val="right"/>
  <p:tag name="KSO_WM_SLIDE_HAS_MASK" val="1"/>
  <p:tag name="KSO_WM_SLIDE_ITEM_CNT" val="0"/>
  <p:tag name="KSO_WM_SLIDE_TYPE" val="title"/>
  <p:tag name="KSO_WM_TEMPLATE_SUBCATEGORY" val="21"/>
  <p:tag name="KSO_WM_BEAUTIFY_FLAG" val="#wm#"/>
  <p:tag name="KSO_WM_TEMPLATE_SLIDE_ID" val="slide_c0f30ee503bef5c2"/>
  <p:tag name="KSO_WM_TEMPLATE_THUMBS_INDEX" val="1、2、3、4、7、20"/>
  <p:tag name="KSO_WM_TEMPLATE_INDEX" val="20221415"/>
  <p:tag name="KSO_WM_TEMPLATE_CATEGORY" val="custom"/>
  <p:tag name="KSO_WM_SLIDE_INDEX" val="1"/>
  <p:tag name="KSO_WM_SLIDE_ID" val="custom20221415_1"/>
  <p:tag name="KSO_WM_TEMPLATE_MASTER_TYPE" val="1"/>
  <p:tag name="KSO_WM_SLIDE_LAYOUT" val="a_b_f"/>
  <p:tag name="KSO_WM_SLIDE_LAYOUT_CNT" val="1_1_3"/>
  <p:tag name="KSO_WM_TAG_VERSION" val="1.0"/>
  <p:tag name="KSO_WM_TEMPLATE_COLOR_TYPE" val="1"/>
  <p:tag name="KSO_WM_SLIDE_SUBTYPE" val="pureTxt"/>
  <p:tag name="KSO_WM_CHIP_INFOS" val="{&quot;type&quot;:0,&quot;layout_type&quot;:&quot;1_NF_LC_1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itle&quot;,&quot;sectionTitle&quot;,&quot;contents&quot;,&quot;endPage&quot;],&quot;useType&quot;:[&quot;ppt&quot;]}"/>
  <p:tag name="KSO_WM_CHIP_XID" val="6142e2231e630cfd8f113659"/>
  <p:tag name="KSO_WM_CHIP_FILLPROP" val="[[{&quot;text_align&quot;:&quot;lm&quot;,&quot;text_direction&quot;:&quot;horizontal&quot;,&quot;support_big_font&quot;:false,&quot;picture_toward&quot;:0,&quot;picture_dockside&quot;:[],&quot;fill_id&quot;:&quot;7dab1b9380bc424c807bde094eb54ec4&quot;,&quot;fill_align&quot;:&quot;lm&quot;,&quot;chip_types&quot;:[&quot;diagram&quot;,&quot;header&quot;]}]]"/>
  <p:tag name="KSO_WM_CHIP_DECFILLPROP" val="[]"/>
  <p:tag name="KSO_WM_CHIP_GROUPID" val="6142e2231e630cfd8f113658"/>
  <p:tag name="KSO_WM_SLIDE_LAYOUT_INFO" val="{&quot;id&quot;:&quot;2021-12-24T10:49:50&quot;,&quot;margin&quot;:{&quot;bottom&quot;:4.6981425285339355,&quot;left&quot;:1.1306527853012085,&quot;right&quot;:15.308792114257812,&quot;top&quot;:5.544774055480957},&quot;type&quot;:0}"/>
  <p:tag name="KSO_WM_SLIDE_BK_DARK_LIGHT" val="2"/>
  <p:tag name="KSO_WM_SLIDE_BACKGROUND_TYPE" val="general"/>
  <p:tag name="KSO_WM_SLIDE_SUPPORT_FEATURE_TYPE" val="0"/>
  <p:tag name="KSO_WM_TEMPLATE_MASTER_THUMB_INDEX" val="13"/>
  <p:tag name="KSO_WM_CHIP_COLORING" val="3"/>
  <p:tag name="KSO_WM_TEMPLATE_ASSEMBLE_XID" val="61c5354460b1651643808789"/>
  <p:tag name="KSO_WM_TEMPLATE_ASSEMBLE_GROUPID" val="61b99f67c9524cd5e8be1403"/>
</p:tagLst>
</file>

<file path=ppt/tags/tag149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5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5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5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6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6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16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09&quot;,&quot;maxSize&quot;:{&quot;size1&quot;:20},&quot;minSize&quot;:{&quot;size1&quot;:11.2},&quot;normalSize&quot;:{&quot;size1&quot;:11.2},&quot;subLayout&quot;:[{&quot;id&quot;:&quot;2026-06-25T08:05:09&quot;,&quot;margin&quot;:{&quot;bottom&quot;:0.025999998673796654,&quot;left&quot;:1.2699999809265137,&quot;right&quot;:1.2699999809265137,&quot;top&quot;:0.4230000376701355},&quot;type&quot;:0},{&quot;id&quot;:&quot;2026-06-25T08:05:09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172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174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175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8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8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18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8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18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18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9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19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9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19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19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9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20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20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20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20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0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20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20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21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21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1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1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2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2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2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29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3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33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09&quot;,&quot;maxSize&quot;:{&quot;size1&quot;:20},&quot;minSize&quot;:{&quot;size1&quot;:11.2},&quot;normalSize&quot;:{&quot;size1&quot;:11.2},&quot;subLayout&quot;:[{&quot;id&quot;:&quot;2026-06-25T08:05:09&quot;,&quot;margin&quot;:{&quot;bottom&quot;:0.025999998673796654,&quot;left&quot;:1.2699999809265137,&quot;right&quot;:1.2699999809265137,&quot;top&quot;:0.4230000376701355},&quot;type&quot;:0},{&quot;id&quot;:&quot;2026-06-25T08:05:09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235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37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7315_1*i*1"/>
  <p:tag name="KSO_WM_UNIT_LAYERLEVEL" val="1"/>
  <p:tag name="KSO_WM_TAG_VERSION" val="1.0"/>
  <p:tag name="KSO_WM_BEAUTIFY_FLAG" val="#wm#"/>
  <p:tag name="KSO_WM_UNIT_TYPE" val="i"/>
  <p:tag name="KSO_WM_UNIT_INDEX" val="1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07315"/>
  <p:tag name="KSO_WM_UNIT_VALUE" val="901"/>
  <p:tag name="KSO_WM_TEMPLATE_ASSEMBLE_XID" val="6130c4e08b5cc6c91112a571"/>
  <p:tag name="KSO_WM_TEMPLATE_ASSEMBLE_GROUPID" val="6130c4e08b5cc6c91112a571"/>
</p:tagLst>
</file>

<file path=ppt/tags/tag23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地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</p:tagLst>
</file>

<file path=ppt/tags/tag240.xml><?xml version="1.0" encoding="utf-8"?>
<p:tagLst xmlns:p="http://schemas.openxmlformats.org/presentationml/2006/main">
  <p:tag name="KSO_WM_SLIDE_CONTENT_ORIENTATION" val="left"/>
  <p:tag name="KSO_WM_SLIDE_HAS_MASK" val="1"/>
  <p:tag name="KSO_WM_SLIDE_ITEM_CNT" val="0"/>
  <p:tag name="KSO_WM_SLIDE_TYPE" val="text"/>
  <p:tag name="KSO_WM_TEMPLATE_SUBCATEGORY" val="25"/>
  <p:tag name="KSO_WM_BEAUTIFY_FLAG" val="#wm#"/>
  <p:tag name="KSO_WM_TEMPLATE_SLIDE_ID" val="slide_8634cd33b2c05368"/>
  <p:tag name="KSO_WM_TEMPLATE_INDEX" val="20220058"/>
  <p:tag name="KSO_WM_TEMPLATE_CATEGORY" val="diagram"/>
  <p:tag name="KSO_WM_SLIDE_INDEX" val="1"/>
  <p:tag name="KSO_WM_SLIDE_ID" val="diagram20220058_1"/>
  <p:tag name="KSO_WM_TEMPLATE_MASTER_TYPE" val="0"/>
  <p:tag name="KSO_WM_SLIDE_LAYOUT" val="a_d"/>
  <p:tag name="KSO_WM_SLIDE_LAYOUT_CNT" val="1_1"/>
  <p:tag name="KSO_WM_TAG_VERSION" val="1.0"/>
  <p:tag name="KSO_WM_TEMPLATE_COLOR_TYPE" val="0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09&quot;,&quot;maxSize&quot;:{&quot;size1&quot;:20},&quot;minSize&quot;:{&quot;size1&quot;:11.2},&quot;normalSize&quot;:{&quot;size1&quot;:11.2},&quot;subLayout&quot;:[{&quot;id&quot;:&quot;2026-06-25T08:05:09&quot;,&quot;margin&quot;:{&quot;bottom&quot;:0.025999998673796654,&quot;left&quot;:1.2699999809265137,&quot;right&quot;:1.2699999809265137,&quot;top&quot;:0.4230000376701355},&quot;type&quot;:0},{&quot;id&quot;:&quot;2026-06-25T08:05:09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241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</p:tagLst>
</file>

<file path=ppt/tags/tag24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4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4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5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5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5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5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5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25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6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6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6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6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6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7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7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7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7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7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28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28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8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28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28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29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29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9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97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299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301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03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30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307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309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311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09&quot;,&quot;maxSize&quot;:{&quot;size1&quot;:31.1},&quot;minSize&quot;:{&quot;size1&quot;:17.8},&quot;normalSize&quot;:{&quot;size1&quot;:17.8},&quot;subLayout&quot;:[{&quot;id&quot;:&quot;2026-06-25T08:05:09&quot;,&quot;maxSize&quot;:{&quot;size1&quot;:100},&quot;minSize&quot;:{&quot;size1&quot;:61.7},&quot;normalSize&quot;:{&quot;size1&quot;:61.7},&quot;subLayout&quot;:[{&quot;id&quot;:&quot;2026-06-25T08:05:09&quot;,&quot;margin&quot;:{&quot;bottom&quot;:0,&quot;left&quot;:1.2699999809265137,&quot;right&quot;:1.2699999809265137,&quot;top&quot;:0.4230000376701355},&quot;type&quot;:0},{&quot;id&quot;:&quot;2026-06-25T08:05:09&quot;,&quot;margin&quot;:{&quot;bottom&quot;:0.025999998673796654,&quot;left&quot;:1.2699999809265137,&quot;right&quot;:1.2699999809265137,&quot;top&quot;:0.025999998673796654},&quot;type&quot;:0}],&quot;type&quot;:0},{&quot;id&quot;:&quot;2026-06-25T08:05:09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13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15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1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1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1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1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2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2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2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2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3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3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3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3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3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4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4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4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4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4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4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5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5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09&quot;,&quot;maxSize&quot;:{&quot;size1&quot;:20},&quot;minSize&quot;:{&quot;size1&quot;:11.2},&quot;normalSize&quot;:{&quot;size1&quot;:11.2},&quot;subLayout&quot;:[{&quot;id&quot;:&quot;2026-06-25T08:05:09&quot;,&quot;margin&quot;:{&quot;bottom&quot;:0.025999998673796654,&quot;left&quot;:1.2699999809265137,&quot;right&quot;:1.2699999809265137,&quot;top&quot;:0.4230000376701355},&quot;type&quot;:0},{&quot;id&quot;:&quot;2026-06-25T08:05:09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356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58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7315_1*i*1"/>
  <p:tag name="KSO_WM_UNIT_LAYERLEVEL" val="1"/>
  <p:tag name="KSO_WM_TAG_VERSION" val="1.0"/>
  <p:tag name="KSO_WM_BEAUTIFY_FLAG" val="#wm#"/>
  <p:tag name="KSO_WM_UNIT_TYPE" val="i"/>
  <p:tag name="KSO_WM_UNIT_INDEX" val="1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07315"/>
  <p:tag name="KSO_WM_UNIT_VALUE" val="901"/>
  <p:tag name="KSO_WM_TEMPLATE_ASSEMBLE_XID" val="6130c4e08b5cc6c91112a571"/>
  <p:tag name="KSO_WM_TEMPLATE_ASSEMBLE_GROUPID" val="6130c4e08b5cc6c91112a571"/>
</p:tagLst>
</file>

<file path=ppt/tags/tag360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</p:tagLst>
</file>

<file path=ppt/tags/tag361.xml><?xml version="1.0" encoding="utf-8"?>
<p:tagLst xmlns:p="http://schemas.openxmlformats.org/presentationml/2006/main">
  <p:tag name="KSO_WM_SLIDE_CONTENT_ORIENTATION" val="left"/>
  <p:tag name="KSO_WM_SLIDE_HAS_MASK" val="1"/>
  <p:tag name="KSO_WM_SLIDE_ITEM_CNT" val="0"/>
  <p:tag name="KSO_WM_SLIDE_TYPE" val="text"/>
  <p:tag name="KSO_WM_TEMPLATE_SUBCATEGORY" val="25"/>
  <p:tag name="KSO_WM_BEAUTIFY_FLAG" val="#wm#"/>
  <p:tag name="KSO_WM_TEMPLATE_SLIDE_ID" val="slide_8634cd33b2c05368"/>
  <p:tag name="KSO_WM_TEMPLATE_INDEX" val="20220058"/>
  <p:tag name="KSO_WM_TEMPLATE_CATEGORY" val="diagram"/>
  <p:tag name="KSO_WM_SLIDE_INDEX" val="1"/>
  <p:tag name="KSO_WM_SLIDE_ID" val="diagram20220058_1"/>
  <p:tag name="KSO_WM_TEMPLATE_MASTER_TYPE" val="0"/>
  <p:tag name="KSO_WM_SLIDE_LAYOUT" val="a_d"/>
  <p:tag name="KSO_WM_SLIDE_LAYOUT_CNT" val="1_1"/>
  <p:tag name="KSO_WM_TAG_VERSION" val="1.0"/>
  <p:tag name="KSO_WM_TEMPLATE_COLOR_TYPE" val="0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09&quot;,&quot;maxSize&quot;:{&quot;size1&quot;:20},&quot;minSize&quot;:{&quot;size1&quot;:11.2},&quot;normalSize&quot;:{&quot;size1&quot;:11.2},&quot;subLayout&quot;:[{&quot;id&quot;:&quot;2026-06-25T08:05:09&quot;,&quot;margin&quot;:{&quot;bottom&quot;:0.025999998673796654,&quot;left&quot;:1.2699999809265137,&quot;right&quot;:1.2699999809265137,&quot;top&quot;:0.4230000376701355},&quot;type&quot;:0},{&quot;id&quot;:&quot;2026-06-25T08:05:09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362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64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6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6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6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6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6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7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7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37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7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7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8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8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8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8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9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39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9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0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0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0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0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1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11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1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16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09&quot;,&quot;maxSize&quot;:{&quot;size1&quot;:20},&quot;minSize&quot;:{&quot;size1&quot;:11.2},&quot;normalSize&quot;:{&quot;size1&quot;:19.999814814814815},&quot;subLayout&quot;:[{&quot;id&quot;:&quot;2026-06-25T08:05:09&quot;,&quot;margin&quot;:{&quot;bottom&quot;:0.025999996811151505,&quot;left&quot;:1.2699999809265137,&quot;right&quot;:1.2699999809265137,&quot;top&quot;:0.4230000674724579},&quot;type&quot;:0},{&quot;id&quot;:&quot;2026-06-25T08:05:09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420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9115_1*m_h_i*1_1_1"/>
  <p:tag name="KSO_WM_TEMPLATE_CATEGORY" val="diagram"/>
  <p:tag name="KSO_WM_TEMPLATE_INDEX" val="20219115"/>
  <p:tag name="KSO_WM_UNIT_LAYERLEVEL" val="1_1_1"/>
  <p:tag name="KSO_WM_TAG_VERSION" val="1.0"/>
  <p:tag name="KSO_WM_BEAUTIFY_FLAG" val="#wm#"/>
  <p:tag name="KSO_WM_CHIP_GROUPID" val="60b9db85d573a1aeab43b9f7"/>
  <p:tag name="KSO_WM_CHIP_XID" val="60b9db85d573a1aeab43b9f8"/>
  <p:tag name="KSO_WM_ASSEMBLE_CHIP_INDEX" val="3cc74f47f3084acc8058918444958a71"/>
  <p:tag name="KSO_WM_UNIT_VALUE" val="2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42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9115_1*m_h_f*1_1_1"/>
  <p:tag name="KSO_WM_TEMPLATE_CATEGORY" val="diagram"/>
  <p:tag name="KSO_WM_TEMPLATE_INDEX" val="20219115"/>
  <p:tag name="KSO_WM_UNIT_LAYERLEVEL" val="1_1_1"/>
  <p:tag name="KSO_WM_TAG_VERSION" val="1.0"/>
  <p:tag name="KSO_WM_BEAUTIFY_FLAG" val="#wm#"/>
  <p:tag name="KSO_WM_UNIT_PRESET_TEXT" val="此处请输入您的正文，准确理解传达信息。单击此处输入您的正文，准确理解传达您的信息。单击此处输入您的正文，准确理解传达您的信息 ，准确理解传达您的信息。"/>
  <p:tag name="KSO_WM_CHIP_GROUPID" val="60b9db85d573a1aeab43b9f7"/>
  <p:tag name="KSO_WM_CHIP_XID" val="60b9db85d573a1aeab43b9f8"/>
  <p:tag name="KSO_WM_ASSEMBLE_CHIP_INDEX" val="3cc74f47f3084acc8058918444958a71"/>
  <p:tag name="KSO_WM_UNIT_VALUE" val="116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2"/>
  <p:tag name="KSO_WM_UNIT_ID" val="diagram20219115_1*m_h_i*1_1_2"/>
  <p:tag name="KSO_WM_TEMPLATE_CATEGORY" val="diagram"/>
  <p:tag name="KSO_WM_TEMPLATE_INDEX" val="20219115"/>
  <p:tag name="KSO_WM_UNIT_LAYERLEVEL" val="1_1_1"/>
  <p:tag name="KSO_WM_TAG_VERSION" val="1.0"/>
  <p:tag name="KSO_WM_BEAUTIFY_FLAG" val="#wm#"/>
  <p:tag name="KSO_WM_CHIP_GROUPID" val="60b9db85d573a1aeab43b9f7"/>
  <p:tag name="KSO_WM_CHIP_XID" val="60b9db85d573a1aeab43b9f8"/>
  <p:tag name="KSO_WM_ASSEMBLE_CHIP_INDEX" val="3cc74f47f3084acc8058918444958a71"/>
  <p:tag name="KSO_WM_UNIT_VALUE" val="1"/>
  <p:tag name="KSO_WM_UNIT_TEXT_FILL_FORE_SCHEMECOLOR_INDEX_BRIGHTNESS" val="0"/>
  <p:tag name="KSO_WM_UNIT_TEXT_FILL_FORE_SCHEMECOLOR_INDEX" val="14"/>
  <p:tag name="KSO_WM_UNIT_TEXT_FILL_TYPE" val="1"/>
  <p:tag name="KSO_WM_UNIT_USESOURCEFORMAT_APPLY" val="0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19115_1*m_h_i*1_2_1"/>
  <p:tag name="KSO_WM_TEMPLATE_CATEGORY" val="diagram"/>
  <p:tag name="KSO_WM_TEMPLATE_INDEX" val="20219115"/>
  <p:tag name="KSO_WM_UNIT_LAYERLEVEL" val="1_1_1"/>
  <p:tag name="KSO_WM_TAG_VERSION" val="1.0"/>
  <p:tag name="KSO_WM_BEAUTIFY_FLAG" val="#wm#"/>
  <p:tag name="KSO_WM_CHIP_GROUPID" val="60b9db85d573a1aeab43b9f7"/>
  <p:tag name="KSO_WM_CHIP_XID" val="60b9db85d573a1aeab43b9f8"/>
  <p:tag name="KSO_WM_ASSEMBLE_CHIP_INDEX" val="3cc74f47f3084acc8058918444958a71"/>
  <p:tag name="KSO_WM_UNIT_VALUE" val="21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42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9115_1*m_h_f*1_2_1"/>
  <p:tag name="KSO_WM_TEMPLATE_CATEGORY" val="diagram"/>
  <p:tag name="KSO_WM_TEMPLATE_INDEX" val="20219115"/>
  <p:tag name="KSO_WM_UNIT_LAYERLEVEL" val="1_1_1"/>
  <p:tag name="KSO_WM_TAG_VERSION" val="1.0"/>
  <p:tag name="KSO_WM_BEAUTIFY_FLAG" val="#wm#"/>
  <p:tag name="KSO_WM_UNIT_PRESET_TEXT" val="此处请输入您的正文，准确理解传达信息。单击此处输入您的正文，准确理解传达您的信息。单击此处输入您的正文，准确理解传达您的信息 ，准确理解传达您的信息。"/>
  <p:tag name="KSO_WM_CHIP_GROUPID" val="60b9db85d573a1aeab43b9f7"/>
  <p:tag name="KSO_WM_CHIP_XID" val="60b9db85d573a1aeab43b9f8"/>
  <p:tag name="KSO_WM_ASSEMBLE_CHIP_INDEX" val="3cc74f47f3084acc8058918444958a71"/>
  <p:tag name="KSO_WM_UNIT_VALUE" val="116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2"/>
  <p:tag name="KSO_WM_UNIT_ID" val="diagram20219115_1*m_h_i*1_2_2"/>
  <p:tag name="KSO_WM_TEMPLATE_CATEGORY" val="diagram"/>
  <p:tag name="KSO_WM_TEMPLATE_INDEX" val="20219115"/>
  <p:tag name="KSO_WM_UNIT_LAYERLEVEL" val="1_1_1"/>
  <p:tag name="KSO_WM_TAG_VERSION" val="1.0"/>
  <p:tag name="KSO_WM_BEAUTIFY_FLAG" val="#wm#"/>
  <p:tag name="KSO_WM_CHIP_GROUPID" val="60b9db85d573a1aeab43b9f7"/>
  <p:tag name="KSO_WM_CHIP_XID" val="60b9db85d573a1aeab43b9f8"/>
  <p:tag name="KSO_WM_ASSEMBLE_CHIP_INDEX" val="3cc74f47f3084acc8058918444958a71"/>
  <p:tag name="KSO_WM_UNIT_VALUE" val="1"/>
  <p:tag name="KSO_WM_UNIT_TEXT_FILL_FORE_SCHEMECOLOR_INDEX_BRIGHTNESS" val="0"/>
  <p:tag name="KSO_WM_UNIT_TEXT_FILL_FORE_SCHEMECOLOR_INDEX" val="14"/>
  <p:tag name="KSO_WM_UNIT_TEXT_FILL_TYPE" val="1"/>
  <p:tag name="KSO_WM_UNIT_USESOURCEFORMAT_APPLY" val="0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428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429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09&quot;,&quot;maxSize&quot;:{&quot;size1&quot;:20},&quot;minSize&quot;:{&quot;size1&quot;:11.2},&quot;normalSize&quot;:{&quot;size1&quot;:11.2},&quot;subLayout&quot;:[{&quot;id&quot;:&quot;2026-06-25T08:05:09&quot;,&quot;margin&quot;:{&quot;bottom&quot;:0.025999998673796654,&quot;left&quot;:1.2699999809265137,&quot;right&quot;:1.2699999809265137,&quot;top&quot;:0.4230000376701355},&quot;type&quot;:0},{&quot;id&quot;:&quot;2026-06-25T08:05:09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430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432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433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3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3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44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4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4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44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4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4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45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5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5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45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5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5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46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6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6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46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6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6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47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7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74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47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47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7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8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8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8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8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8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490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49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0&quot;,&quot;maxSize&quot;:{&quot;size1&quot;:20},&quot;minSize&quot;:{&quot;size1&quot;:11.2},&quot;normalSize&quot;:{&quot;size1&quot;:11.2},&quot;subLayout&quot;:[{&quot;id&quot;:&quot;2026-06-25T08:05:10&quot;,&quot;margin&quot;:{&quot;bottom&quot;:0.025999998673796654,&quot;left&quot;:1.2699999809265137,&quot;right&quot;:1.2699999809265137,&quot;top&quot;:0.4230000376701355},&quot;type&quot;:0},{&quot;id&quot;:&quot;2026-06-25T08:05:10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494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496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49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1"/>
  <p:tag name="KSO_WM_TEMPLATE_CATEGORY" val="diagram"/>
  <p:tag name="KSO_WM_TEMPLATE_INDEX" val="20208604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2"/>
  <p:tag name="KSO_WM_UNIT_DEC_AREA_ID" val="e352ecb8f5b840f19a3cb857467d0e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864"/>
  <p:tag name="KSO_WM_TEMPLATE_ASSEMBLE_XID" val="60656e7a4054ed1e2fb7f9a0"/>
  <p:tag name="KSO_WM_TEMPLATE_ASSEMBLE_GROUPID" val="60656e7a4054ed1e2fb7f9a0"/>
</p:tagLst>
</file>

<file path=ppt/tags/tag49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2"/>
  <p:tag name="KSO_WM_TEMPLATE_CATEGORY" val="diagram"/>
  <p:tag name="KSO_WM_TEMPLATE_INDEX" val="20208604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49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3"/>
  <p:tag name="KSO_WM_TEMPLATE_CATEGORY" val="diagram"/>
  <p:tag name="KSO_WM_TEMPLATE_INDEX" val="20208604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50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4"/>
  <p:tag name="KSO_WM_TEMPLATE_CATEGORY" val="diagram"/>
  <p:tag name="KSO_WM_TEMPLATE_INDEX" val="20208604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50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5"/>
  <p:tag name="KSO_WM_TEMPLATE_CATEGORY" val="diagram"/>
  <p:tag name="KSO_WM_TEMPLATE_INDEX" val="20208604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50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</p:tagLst>
</file>

<file path=ppt/tags/tag503.xml><?xml version="1.0" encoding="utf-8"?>
<p:tagLst xmlns:p="http://schemas.openxmlformats.org/presentationml/2006/main">
  <p:tag name="KSO_WM_SLIDE_CONTENT_ORIENTATION" val="left"/>
  <p:tag name="KSO_WM_SLIDE_HAS_MASK" val="1"/>
  <p:tag name="KSO_WM_SLIDE_ITEM_CNT" val="0"/>
  <p:tag name="KSO_WM_SLIDE_TYPE" val="text"/>
  <p:tag name="KSO_WM_TEMPLATE_SUBCATEGORY" val="25"/>
  <p:tag name="KSO_WM_BEAUTIFY_FLAG" val="#wm#"/>
  <p:tag name="KSO_WM_TEMPLATE_SLIDE_ID" val="slide_8634cd33b2c05368"/>
  <p:tag name="KSO_WM_TEMPLATE_INDEX" val="20220058"/>
  <p:tag name="KSO_WM_TEMPLATE_CATEGORY" val="diagram"/>
  <p:tag name="KSO_WM_SLIDE_INDEX" val="1"/>
  <p:tag name="KSO_WM_SLIDE_ID" val="diagram20220058_1"/>
  <p:tag name="KSO_WM_TEMPLATE_MASTER_TYPE" val="0"/>
  <p:tag name="KSO_WM_SLIDE_LAYOUT" val="a_d"/>
  <p:tag name="KSO_WM_SLIDE_LAYOUT_CNT" val="1_1"/>
  <p:tag name="KSO_WM_TAG_VERSION" val="1.0"/>
  <p:tag name="KSO_WM_TEMPLATE_COLOR_TYPE" val="0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0&quot;,&quot;maxSize&quot;:{&quot;size1&quot;:20},&quot;minSize&quot;:{&quot;size1&quot;:11.2},&quot;normalSize&quot;:{&quot;size1&quot;:11.2},&quot;subLayout&quot;:[{&quot;id&quot;:&quot;2026-06-25T08:05:10&quot;,&quot;margin&quot;:{&quot;bottom&quot;:0.025999998673796654,&quot;left&quot;:1.2699999809265137,&quot;right&quot;:1.2699999809265137,&quot;top&quot;:0.4230000376701355},&quot;type&quot;:0},{&quot;id&quot;:&quot;2026-06-25T08:05:10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504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506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50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1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1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1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1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1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1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2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2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2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2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2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2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3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3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3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3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3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3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4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4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4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4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5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5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5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58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6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63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0&quot;,&quot;maxSize&quot;:{&quot;size1&quot;:20},&quot;minSize&quot;:{&quot;size1&quot;:11.2},&quot;normalSize&quot;:{&quot;size1&quot;:11.2},&quot;subLayout&quot;:[{&quot;id&quot;:&quot;2026-06-25T08:05:10&quot;,&quot;margin&quot;:{&quot;bottom&quot;:0.025999998673796654,&quot;left&quot;:1.2699999809265137,&quot;right&quot;:1.2699999809265137,&quot;top&quot;:0.4230000376701355},&quot;type&quot;:0},{&quot;id&quot;:&quot;2026-06-25T08:05:10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567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569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57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7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72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7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7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7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8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8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8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8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8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8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9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9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9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59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59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59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0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0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0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0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1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1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1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0&quot;,&quot;maxSize&quot;:{&quot;size1&quot;:20},&quot;minSize&quot;:{&quot;size1&quot;:11.2},&quot;normalSize&quot;:{&quot;size1&quot;:19.999814814814815},&quot;subLayout&quot;:[{&quot;id&quot;:&quot;2026-06-25T08:05:10&quot;,&quot;margin&quot;:{&quot;bottom&quot;:0.025999996811151505,&quot;left&quot;:1.2699999809265137,&quot;right&quot;:1.2699999809265137,&quot;top&quot;:0.4230000674724579},&quot;type&quot;:0},{&quot;id&quot;:&quot;2026-06-25T08:05:10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619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621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2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62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3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3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63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4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4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64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4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5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57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62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67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7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67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673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75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79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83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687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0&quot;,&quot;maxSize&quot;:{&quot;size1&quot;:20},&quot;minSize&quot;:{&quot;size1&quot;:11.2},&quot;normalSize&quot;:{&quot;size1&quot;:19.999814814814815},&quot;subLayout&quot;:[{&quot;id&quot;:&quot;2026-06-25T08:05:10&quot;,&quot;margin&quot;:{&quot;bottom&quot;:0.025999996811151505,&quot;left&quot;:1.2699999809265137,&quot;right&quot;:1.2699999809265137,&quot;top&quot;:0.4230000674724579},&quot;type&quot;:0},{&quot;id&quot;:&quot;2026-06-25T08:05:10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690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692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9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9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9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9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9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699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70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0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0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0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0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0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0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1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1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1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1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1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1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1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1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1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1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2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2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2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2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2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2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2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2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28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729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73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73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3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33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734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73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73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3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3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739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74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4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742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74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4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745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74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4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748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749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50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751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752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53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754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755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56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757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758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59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760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761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62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763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764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65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6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767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768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6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770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771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772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7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774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775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776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7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778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779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780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8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782.xml><?xml version="1.0" encoding="utf-8"?>
<p:tagLst xmlns:p="http://schemas.openxmlformats.org/presentationml/2006/main">
  <p:tag name="KSO_WM_UNIT_TYPE" val="f"/>
  <p:tag name="KSO_WM_UNIT_INDEX" val="48"/>
  <p:tag name="KSO_WM_BEAUTIFY_FLAG" val="#wm#"/>
  <p:tag name="KSO_WM_TAG_VERSION" val="3.0"/>
</p:tagLst>
</file>

<file path=ppt/tags/tag783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0&quot;,&quot;maxSize&quot;:{&quot;size1&quot;:20},&quot;minSize&quot;:{&quot;size1&quot;:11.2},&quot;normalSize&quot;:{&quot;size1&quot;:11.2},&quot;subLayout&quot;:[{&quot;id&quot;:&quot;2026-06-25T08:05:10&quot;,&quot;margin&quot;:{&quot;bottom&quot;:0.025999998673796654,&quot;left&quot;:1.2699999809265137,&quot;right&quot;:1.2699999809265137,&quot;top&quot;:0.4230000376701355},&quot;type&quot;:0},{&quot;id&quot;:&quot;2026-06-25T08:05:10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784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8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79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79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9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9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9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9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9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9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9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79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0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80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0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0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0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0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0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0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0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1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1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1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1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1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1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81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1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1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1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2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2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2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82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2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2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2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2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28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0&quot;,&quot;maxSize&quot;:{&quot;size1&quot;:31.1},&quot;minSize&quot;:{&quot;size1&quot;:17.8},&quot;normalSize&quot;:{&quot;size1&quot;:17.8},&quot;subLayout&quot;:[{&quot;id&quot;:&quot;2026-06-25T08:05:10&quot;,&quot;maxSize&quot;:{&quot;size1&quot;:100},&quot;minSize&quot;:{&quot;size1&quot;:61.7},&quot;normalSize&quot;:{&quot;size1&quot;:61.7},&quot;subLayout&quot;:[{&quot;id&quot;:&quot;2026-06-25T08:05:10&quot;,&quot;margin&quot;:{&quot;bottom&quot;:0,&quot;left&quot;:1.2699999809265137,&quot;right&quot;:1.2699999809265137,&quot;top&quot;:0.4230000376701355},&quot;type&quot;:0},{&quot;id&quot;:&quot;2026-06-25T08:05:10&quot;,&quot;margin&quot;:{&quot;bottom&quot;:0.025999998673796654,&quot;left&quot;:1.2699999809265137,&quot;right&quot;:1.2699999809265137,&quot;top&quot;:0.025999998673796654},&quot;type&quot;:0}],&quot;type&quot;:0},{&quot;id&quot;:&quot;2026-06-25T08:05:10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829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8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831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83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3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3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3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3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3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3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3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4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4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4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4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4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4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4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4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4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4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5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5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5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5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5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5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5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5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5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85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6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6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6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6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6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86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6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867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86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69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870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1&quot;,&quot;maxSize&quot;:{&quot;size1&quot;:20},&quot;minSize&quot;:{&quot;size1&quot;:11.2},&quot;normalSize&quot;:{&quot;size1&quot;:11.2},&quot;subLayout&quot;:[{&quot;id&quot;:&quot;2026-06-25T08:05:11&quot;,&quot;margin&quot;:{&quot;bottom&quot;:0.025999998673796654,&quot;left&quot;:1.2699999809265137,&quot;right&quot;:1.2699999809265137,&quot;top&quot;:0.4230000376701355},&quot;type&quot;:0},{&quot;id&quot;:&quot;2026-06-25T08:05:11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871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873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87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1"/>
  <p:tag name="KSO_WM_TEMPLATE_CATEGORY" val="diagram"/>
  <p:tag name="KSO_WM_TEMPLATE_INDEX" val="20208604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2"/>
  <p:tag name="KSO_WM_UNIT_DEC_AREA_ID" val="e352ecb8f5b840f19a3cb857467d0e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864"/>
  <p:tag name="KSO_WM_TEMPLATE_ASSEMBLE_XID" val="60656e7a4054ed1e2fb7f9a0"/>
  <p:tag name="KSO_WM_TEMPLATE_ASSEMBLE_GROUPID" val="60656e7a4054ed1e2fb7f9a0"/>
</p:tagLst>
</file>

<file path=ppt/tags/tag87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2"/>
  <p:tag name="KSO_WM_TEMPLATE_CATEGORY" val="diagram"/>
  <p:tag name="KSO_WM_TEMPLATE_INDEX" val="20208604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87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3"/>
  <p:tag name="KSO_WM_TEMPLATE_CATEGORY" val="diagram"/>
  <p:tag name="KSO_WM_TEMPLATE_INDEX" val="20208604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87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4"/>
  <p:tag name="KSO_WM_TEMPLATE_CATEGORY" val="diagram"/>
  <p:tag name="KSO_WM_TEMPLATE_INDEX" val="20208604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87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5"/>
  <p:tag name="KSO_WM_TEMPLATE_CATEGORY" val="diagram"/>
  <p:tag name="KSO_WM_TEMPLATE_INDEX" val="20208604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</p:tagLst>
</file>

<file path=ppt/tags/tag87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</p:tagLst>
</file>

<file path=ppt/tags/tag880.xml><?xml version="1.0" encoding="utf-8"?>
<p:tagLst xmlns:p="http://schemas.openxmlformats.org/presentationml/2006/main">
  <p:tag name="KSO_WM_SLIDE_CONTENT_ORIENTATION" val="left"/>
  <p:tag name="KSO_WM_SLIDE_HAS_MASK" val="1"/>
  <p:tag name="KSO_WM_SLIDE_ITEM_CNT" val="0"/>
  <p:tag name="KSO_WM_SLIDE_TYPE" val="text"/>
  <p:tag name="KSO_WM_TEMPLATE_SUBCATEGORY" val="25"/>
  <p:tag name="KSO_WM_BEAUTIFY_FLAG" val="#wm#"/>
  <p:tag name="KSO_WM_TEMPLATE_SLIDE_ID" val="slide_8634cd33b2c05368"/>
  <p:tag name="KSO_WM_TEMPLATE_INDEX" val="20220058"/>
  <p:tag name="KSO_WM_TEMPLATE_CATEGORY" val="diagram"/>
  <p:tag name="KSO_WM_SLIDE_INDEX" val="1"/>
  <p:tag name="KSO_WM_SLIDE_ID" val="diagram20220058_1"/>
  <p:tag name="KSO_WM_TEMPLATE_MASTER_TYPE" val="0"/>
  <p:tag name="KSO_WM_SLIDE_LAYOUT" val="a_d"/>
  <p:tag name="KSO_WM_SLIDE_LAYOUT_CNT" val="1_1"/>
  <p:tag name="KSO_WM_TAG_VERSION" val="1.0"/>
  <p:tag name="KSO_WM_TEMPLATE_COLOR_TYPE" val="0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0&quot;,&quot;maxSize&quot;:{&quot;size1&quot;:20},&quot;minSize&quot;:{&quot;size1&quot;:11.2},&quot;normalSize&quot;:{&quot;size1&quot;:11.2},&quot;subLayout&quot;:[{&quot;id&quot;:&quot;2026-06-25T08:05:10&quot;,&quot;margin&quot;:{&quot;bottom&quot;:0.025999998673796654,&quot;left&quot;:1.2699999809265137,&quot;right&quot;:1.2699999809265137,&quot;top&quot;:0.4230000376701355},&quot;type&quot;:0},{&quot;id&quot;:&quot;2026-06-25T08:05:10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881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8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883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8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8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8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88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8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8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9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9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89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9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89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89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89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9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9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0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0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90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0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0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0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06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90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0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0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1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1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91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1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1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1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16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1&quot;,&quot;maxSize&quot;:{&quot;size1&quot;:20},&quot;minSize&quot;:{&quot;size1&quot;:11.2},&quot;normalSize&quot;:{&quot;size1&quot;:11.2},&quot;subLayout&quot;:[{&quot;id&quot;:&quot;2026-06-25T08:05:11&quot;,&quot;margin&quot;:{&quot;bottom&quot;:0.025999998673796654,&quot;left&quot;:1.2699999809265137,&quot;right&quot;:1.2699999809265137,&quot;top&quot;:0.4230000376701355},&quot;type&quot;:0},{&quot;id&quot;:&quot;2026-06-25T08:05:11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917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919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9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2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92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2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2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2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3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3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3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3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3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3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3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3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3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4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4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4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4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4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4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4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94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4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94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5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95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5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95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95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95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95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95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95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95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96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96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96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</p:tagLst>
</file>

<file path=ppt/tags/tag96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96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6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6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96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968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96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970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97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972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97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974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97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976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97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978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979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980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981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982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7"/>
  <p:tag name="KSO_WM_UNIT_FILL_TYPE" val="1"/>
</p:tagLst>
</file>

<file path=ppt/tags/tag983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984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85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98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987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988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989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990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991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992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993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994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995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996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997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998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999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1000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1001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1002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1003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1004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1005.xml><?xml version="1.0" encoding="utf-8"?>
<p:tagLst xmlns:p="http://schemas.openxmlformats.org/presentationml/2006/main">
  <p:tag name="KSO_WM_UNIT_TYPE" val="f"/>
  <p:tag name="KSO_WM_UNIT_INDEX" val="48"/>
  <p:tag name="KSO_WM_BEAUTIFY_FLAG" val="#wm#"/>
  <p:tag name="KSO_WM_TAG_VERSION" val="3.0"/>
</p:tagLst>
</file>

<file path=ppt/tags/tag1006.xml><?xml version="1.0" encoding="utf-8"?>
<p:tagLst xmlns:p="http://schemas.openxmlformats.org/presentationml/2006/main">
  <p:tag name="KSO_WM_UNIT_TYPE" val="f"/>
  <p:tag name="KSO_WM_UNIT_INDEX" val="49"/>
  <p:tag name="KSO_WM_BEAUTIFY_FLAG" val="#wm#"/>
  <p:tag name="KSO_WM_TAG_VERSION" val="3.0"/>
</p:tagLst>
</file>

<file path=ppt/tags/tag1007.xml><?xml version="1.0" encoding="utf-8"?>
<p:tagLst xmlns:p="http://schemas.openxmlformats.org/presentationml/2006/main">
  <p:tag name="KSO_WM_UNIT_TYPE" val="f"/>
  <p:tag name="KSO_WM_UNIT_INDEX" val="50"/>
  <p:tag name="KSO_WM_BEAUTIFY_FLAG" val="#wm#"/>
  <p:tag name="KSO_WM_TAG_VERSION" val="3.0"/>
</p:tagLst>
</file>

<file path=ppt/tags/tag1008.xml><?xml version="1.0" encoding="utf-8"?>
<p:tagLst xmlns:p="http://schemas.openxmlformats.org/presentationml/2006/main">
  <p:tag name="KSO_WM_UNIT_TYPE" val="f"/>
  <p:tag name="KSO_WM_UNIT_INDEX" val="51"/>
  <p:tag name="KSO_WM_BEAUTIFY_FLAG" val="#wm#"/>
  <p:tag name="KSO_WM_TAG_VERSION" val="3.0"/>
</p:tagLst>
</file>

<file path=ppt/tags/tag1009.xml><?xml version="1.0" encoding="utf-8"?>
<p:tagLst xmlns:p="http://schemas.openxmlformats.org/presentationml/2006/main">
  <p:tag name="KSO_WM_UNIT_TYPE" val="f"/>
  <p:tag name="KSO_WM_UNIT_INDEX" val="52"/>
  <p:tag name="KSO_WM_BEAUTIFY_FLAG" val="#wm#"/>
  <p:tag name="KSO_WM_TAG_VERSION" val="3.0"/>
</p:tagLst>
</file>

<file path=ppt/tags/tag1010.xml><?xml version="1.0" encoding="utf-8"?>
<p:tagLst xmlns:p="http://schemas.openxmlformats.org/presentationml/2006/main">
  <p:tag name="KSO_WM_UNIT_TYPE" val="f"/>
  <p:tag name="KSO_WM_UNIT_INDEX" val="53"/>
  <p:tag name="KSO_WM_BEAUTIFY_FLAG" val="#wm#"/>
  <p:tag name="KSO_WM_TAG_VERSION" val="3.0"/>
</p:tagLst>
</file>

<file path=ppt/tags/tag1011.xml><?xml version="1.0" encoding="utf-8"?>
<p:tagLst xmlns:p="http://schemas.openxmlformats.org/presentationml/2006/main">
  <p:tag name="KSO_WM_UNIT_TYPE" val="f"/>
  <p:tag name="KSO_WM_UNIT_INDEX" val="54"/>
  <p:tag name="KSO_WM_BEAUTIFY_FLAG" val="#wm#"/>
  <p:tag name="KSO_WM_TAG_VERSION" val="3.0"/>
</p:tagLst>
</file>

<file path=ppt/tags/tag1012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13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101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15.xml><?xml version="1.0" encoding="utf-8"?>
<p:tagLst xmlns:p="http://schemas.openxmlformats.org/presentationml/2006/main">
  <p:tag name="KSO_WM_UNIT_TYPE" val="f"/>
  <p:tag name="KSO_WM_UNIT_INDEX" val="55"/>
  <p:tag name="KSO_WM_BEAUTIFY_FLAG" val="#wm#"/>
  <p:tag name="KSO_WM_TAG_VERSION" val="3.0"/>
</p:tagLst>
</file>

<file path=ppt/tags/tag1016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17.xml><?xml version="1.0" encoding="utf-8"?>
<p:tagLst xmlns:p="http://schemas.openxmlformats.org/presentationml/2006/main">
  <p:tag name="KSO_WM_UNIT_TYPE" val="f"/>
  <p:tag name="KSO_WM_UNIT_INDEX" val="56"/>
  <p:tag name="KSO_WM_BEAUTIFY_FLAG" val="#wm#"/>
  <p:tag name="KSO_WM_TAG_VERSION" val="3.0"/>
</p:tagLst>
</file>

<file path=ppt/tags/tag1018.xml><?xml version="1.0" encoding="utf-8"?>
<p:tagLst xmlns:p="http://schemas.openxmlformats.org/presentationml/2006/main">
  <p:tag name="KSO_WM_UNIT_TYPE" val="f"/>
  <p:tag name="KSO_WM_UNIT_INDEX" val="57"/>
  <p:tag name="KSO_WM_BEAUTIFY_FLAG" val="#wm#"/>
  <p:tag name="KSO_WM_TAG_VERSION" val="3.0"/>
</p:tagLst>
</file>

<file path=ppt/tags/tag1019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20.xml><?xml version="1.0" encoding="utf-8"?>
<p:tagLst xmlns:p="http://schemas.openxmlformats.org/presentationml/2006/main">
  <p:tag name="KSO_WM_UNIT_TYPE" val="f"/>
  <p:tag name="KSO_WM_UNIT_INDEX" val="58"/>
  <p:tag name="KSO_WM_BEAUTIFY_FLAG" val="#wm#"/>
  <p:tag name="KSO_WM_TAG_VERSION" val="3.0"/>
</p:tagLst>
</file>

<file path=ppt/tags/tag1021.xml><?xml version="1.0" encoding="utf-8"?>
<p:tagLst xmlns:p="http://schemas.openxmlformats.org/presentationml/2006/main">
  <p:tag name="KSO_WM_UNIT_TYPE" val="f"/>
  <p:tag name="KSO_WM_UNIT_INDEX" val="59"/>
  <p:tag name="KSO_WM_BEAUTIFY_FLAG" val="#wm#"/>
  <p:tag name="KSO_WM_TAG_VERSION" val="3.0"/>
</p:tagLst>
</file>

<file path=ppt/tags/tag1022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23.xml><?xml version="1.0" encoding="utf-8"?>
<p:tagLst xmlns:p="http://schemas.openxmlformats.org/presentationml/2006/main">
  <p:tag name="KSO_WM_UNIT_TYPE" val="f"/>
  <p:tag name="KSO_WM_UNIT_INDEX" val="60"/>
  <p:tag name="KSO_WM_BEAUTIFY_FLAG" val="#wm#"/>
  <p:tag name="KSO_WM_TAG_VERSION" val="3.0"/>
</p:tagLst>
</file>

<file path=ppt/tags/tag1024.xml><?xml version="1.0" encoding="utf-8"?>
<p:tagLst xmlns:p="http://schemas.openxmlformats.org/presentationml/2006/main">
  <p:tag name="KSO_WM_UNIT_TYPE" val="f"/>
  <p:tag name="KSO_WM_UNIT_INDEX" val="61"/>
  <p:tag name="KSO_WM_BEAUTIFY_FLAG" val="#wm#"/>
  <p:tag name="KSO_WM_TAG_VERSION" val="3.0"/>
</p:tagLst>
</file>

<file path=ppt/tags/tag1025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26.xml><?xml version="1.0" encoding="utf-8"?>
<p:tagLst xmlns:p="http://schemas.openxmlformats.org/presentationml/2006/main">
  <p:tag name="KSO_WM_UNIT_TYPE" val="f"/>
  <p:tag name="KSO_WM_UNIT_INDEX" val="62"/>
  <p:tag name="KSO_WM_BEAUTIFY_FLAG" val="#wm#"/>
  <p:tag name="KSO_WM_TAG_VERSION" val="3.0"/>
</p:tagLst>
</file>

<file path=ppt/tags/tag1027.xml><?xml version="1.0" encoding="utf-8"?>
<p:tagLst xmlns:p="http://schemas.openxmlformats.org/presentationml/2006/main">
  <p:tag name="KSO_WM_UNIT_TYPE" val="f"/>
  <p:tag name="KSO_WM_UNIT_INDEX" val="63"/>
  <p:tag name="KSO_WM_BEAUTIFY_FLAG" val="#wm#"/>
  <p:tag name="KSO_WM_TAG_VERSION" val="3.0"/>
</p:tagLst>
</file>

<file path=ppt/tags/tag1028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29.xml><?xml version="1.0" encoding="utf-8"?>
<p:tagLst xmlns:p="http://schemas.openxmlformats.org/presentationml/2006/main">
  <p:tag name="KSO_WM_UNIT_TYPE" val="f"/>
  <p:tag name="KSO_WM_UNIT_INDEX" val="64"/>
  <p:tag name="KSO_WM_BEAUTIFY_FLAG" val="#wm#"/>
  <p:tag name="KSO_WM_TAG_VERSION" val="3.0"/>
</p:tagLst>
</file>

<file path=ppt/tags/tag1030.xml><?xml version="1.0" encoding="utf-8"?>
<p:tagLst xmlns:p="http://schemas.openxmlformats.org/presentationml/2006/main">
  <p:tag name="KSO_WM_UNIT_TYPE" val="f"/>
  <p:tag name="KSO_WM_UNIT_INDEX" val="65"/>
  <p:tag name="KSO_WM_BEAUTIFY_FLAG" val="#wm#"/>
  <p:tag name="KSO_WM_TAG_VERSION" val="3.0"/>
</p:tagLst>
</file>

<file path=ppt/tags/tag1031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32.xml><?xml version="1.0" encoding="utf-8"?>
<p:tagLst xmlns:p="http://schemas.openxmlformats.org/presentationml/2006/main">
  <p:tag name="KSO_WM_UNIT_TYPE" val="f"/>
  <p:tag name="KSO_WM_UNIT_INDEX" val="66"/>
  <p:tag name="KSO_WM_BEAUTIFY_FLAG" val="#wm#"/>
  <p:tag name="KSO_WM_TAG_VERSION" val="3.0"/>
</p:tagLst>
</file>

<file path=ppt/tags/tag1033.xml><?xml version="1.0" encoding="utf-8"?>
<p:tagLst xmlns:p="http://schemas.openxmlformats.org/presentationml/2006/main">
  <p:tag name="KSO_WM_UNIT_TYPE" val="f"/>
  <p:tag name="KSO_WM_UNIT_INDEX" val="67"/>
  <p:tag name="KSO_WM_BEAUTIFY_FLAG" val="#wm#"/>
  <p:tag name="KSO_WM_TAG_VERSION" val="3.0"/>
</p:tagLst>
</file>

<file path=ppt/tags/tag1034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35.xml><?xml version="1.0" encoding="utf-8"?>
<p:tagLst xmlns:p="http://schemas.openxmlformats.org/presentationml/2006/main">
  <p:tag name="KSO_WM_UNIT_TYPE" val="f"/>
  <p:tag name="KSO_WM_UNIT_INDEX" val="68"/>
  <p:tag name="KSO_WM_BEAUTIFY_FLAG" val="#wm#"/>
  <p:tag name="KSO_WM_TAG_VERSION" val="3.0"/>
</p:tagLst>
</file>

<file path=ppt/tags/tag1036.xml><?xml version="1.0" encoding="utf-8"?>
<p:tagLst xmlns:p="http://schemas.openxmlformats.org/presentationml/2006/main">
  <p:tag name="KSO_WM_UNIT_TYPE" val="f"/>
  <p:tag name="KSO_WM_UNIT_INDEX" val="69"/>
  <p:tag name="KSO_WM_BEAUTIFY_FLAG" val="#wm#"/>
  <p:tag name="KSO_WM_TAG_VERSION" val="3.0"/>
</p:tagLst>
</file>

<file path=ppt/tags/tag1037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1.2},&quot;minSize&quot;:{&quot;size1&quot;:11.2},&quot;maxSize&quot;:{&quot;size1&quot;:20.0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,&quot;subLayout&quot;:[{&quot;direction&quot;:0,&quot;horizontalAlign&quot;:-1,&quot;verticalAlign&quot;:-1,&quot;type&quot;:0,&quot;diagramDirection&quot;:0,&quot;canSetOverLayout&quot;:0,&quot;isOverLayout&quot;:0,&quot;margin&quot;:{&quot;left&quot;:1.27,&quot;top&quot;:0.423,&quot;right&quot;:1.27,&quot;bottom&quot;:0.026},&quot;marginOverLayout&quot;:{&quot;left&quot;:-0.035,&quot;top&quot;:-0.035,&quot;right&quot;:-0.035,&quot;bottom&quot;:-0.035},&quot;edge&quot;:{&quot;left&quot;:true,&quot;top&quot;:true,&quot;right&quot;:true,&quot;bottom&quot;:false},&quot;IsEmpty&quot;:false},{&quot;direction&quot;:0,&quot;horizontalAlign&quot;:-1,&quot;verticalAlign&quot;:-1,&quot;type&quot;:0,&quot;diagramDirection&quot;:0,&quot;canSetOverLayout&quot;:0,&quot;isOverLayout&quot;:0,&quot;margin&quot;:{&quot;left&quot;:1.27,&quot;top&quot;:1.27,&quot;right&quot;:1.27,&quot;bottom&quot;:0.847},&quot;marginOverLayout&quot;:{&quot;left&quot;:-0.035,&quot;top&quot;:-0.035,&quot;right&quot;:-0.035,&quot;bottom&quot;:-0.035},&quot;edge&quot;:{&quot;left&quot;:true,&quot;top&quot;:false,&quot;right&quot;:true,&quot;bottom&quot;:true},&quot;IsEmpty&quot;:false}],&quot;IsEmpty&quot;:false}"/>
  <p:tag name="KSO_WM_SLIDE_RATIO" val="1.777778"/>
  <p:tag name="KSO_WM_SLIDE_BACKGROUND" val="[&quot;general&quot;]"/>
  <p:tag name="KSO_WM_SLIDE_BACKGROUND_TYPE" val="general"/>
</p:tagLst>
</file>

<file path=ppt/tags/tag1038.xml><?xml version="1.0" encoding="utf-8"?>
<p:tagLst xmlns:p="http://schemas.openxmlformats.org/presentationml/2006/main">
  <p:tag name="KSO_WM_UNIT_SUBTYPE" val="v"/>
  <p:tag name="KSO_WM_TEMPLATE_CATEGORY" val="chip"/>
  <p:tag name="KSO_WM_TEMPLATE_INDEX" val="20221415"/>
  <p:tag name="KSO_WM_UNIT_TYPE" val="i"/>
  <p:tag name="KSO_WM_UNIT_INDEX" val="1"/>
  <p:tag name="KSO_WM_UNIT_ID" val="chip20221415_2*i*1"/>
  <p:tag name="KSO_WM_BEAUTIFY_FLAG" val="#wm#"/>
  <p:tag name="KSO_WM_TAG_VERSION" val="1.0"/>
  <p:tag name="KSO_WM_CHIP_GROUPID" val="61b99f67c9524cd5e8be1403"/>
  <p:tag name="KSO_WM_CHIP_XID" val="61b99f67c9524cd5e8be1407"/>
  <p:tag name="KSO_WM_UNIT_DEC_AREA_ID" val="5c9e5e12780e40dfa05d6d5ce1e37d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cd72f2542554cdbb2876b0b95eb61ac"/>
  <p:tag name="KSO_WM_SLIDE_BACKGROUND_TYPE" val="general"/>
</p:tagLst>
</file>

<file path=ppt/tags/tag10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1040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104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4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4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4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4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4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4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4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5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5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5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5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5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5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5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5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05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05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106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6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062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6-25T08:05:11&quot;,&quot;maxSize&quot;:{&quot;size1&quot;:20},&quot;minSize&quot;:{&quot;size1&quot;:11.2},&quot;normalSize&quot;:{&quot;size1&quot;:11.2},&quot;subLayout&quot;:[{&quot;id&quot;:&quot;2026-06-25T08:05:11&quot;,&quot;margin&quot;:{&quot;bottom&quot;:0.025999998673796654,&quot;left&quot;:1.2699999809265137,&quot;right&quot;:1.2699999809265137,&quot;top&quot;:0.4230000376701355},&quot;type&quot;:0},{&quot;id&quot;:&quot;2026-06-25T08:05:11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1063.xml><?xml version="1.0" encoding="utf-8"?>
<p:tagLst xmlns:p="http://schemas.openxmlformats.org/presentationml/2006/main">
  <p:tag name="KSO_WM_UNIT_SUBTYPE" val="a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1415_20*f*2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SM_LIMIT_TYPE" val="2"/>
  <p:tag name="KSO_WM_UNIT_VALUE" val="11"/>
  <p:tag name="KSO_WM_UNIT_BLOCK" val="0"/>
  <p:tag name="KSO_WM_UNIT_DEC_AREA_ID" val="7b71c1fe6c1e4243ae5cb719502f27d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890d074567a54fb2a3e9dc9c87508970&quot;,&quot;X&quot;:{&quot;Pos&quot;:1},&quot;Y&quot;:{&quot;Pos&quot;:1}},&quot;whChangeMode&quot;:0}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13a7ddfb8f854d6389082eaece785bea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64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415_20*a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76145fc2479141f884680c721c275eee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13a7ddfb8f854d6389082eaece785bea"/>
  <p:tag name="KSO_WM_UNIT_TEXT_FILL_FORE_SCHEMECOLOR_INDEX_BRIGHTNESS" val="0"/>
  <p:tag name="KSO_WM_UNIT_TEXT_FILL_FORE_SCHEMECOLOR_INDEX" val="14"/>
  <p:tag name="KSO_WM_UNIT_TEXT_FILL_TYPE" val="1"/>
</p:tagLst>
</file>

<file path=ppt/tags/tag1065.xml><?xml version="1.0" encoding="utf-8"?>
<p:tagLst xmlns:p="http://schemas.openxmlformats.org/presentationml/2006/main">
  <p:tag name="KSO_WM_UNIT_PRESET_TEXT" val="CLICK HERE TO ADD A TITLE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415_20*b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18;26;2"/>
  <p:tag name="KSO_WM_UNIT_BLOCK" val="0"/>
  <p:tag name="KSO_WM_UNIT_DEC_AREA_ID" val="9091cd194b184212bb9b9968fee8613d"/>
  <p:tag name="KSO_WM_UNIT_ISCONTENTSTITLE" val="0"/>
  <p:tag name="KSO_WM_UNIT_ISNUMDGMTITLE" val="0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13a7ddfb8f854d6389082eaece785bea"/>
  <p:tag name="KSO_WM_UNIT_TEXT_FILL_FORE_SCHEMECOLOR_INDEX_BRIGHTNESS" val="0"/>
  <p:tag name="KSO_WM_UNIT_TEXT_FILL_FORE_SCHEMECOLOR_INDEX" val="14"/>
  <p:tag name="KSO_WM_UNIT_TEXT_FILL_TYPE" val="1"/>
</p:tagLst>
</file>

<file path=ppt/tags/tag10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本具体内容"/>
  <p:tag name="KSO_WM_UNIT_NOCLEAR" val="0"/>
  <p:tag name="KSO_WM_UNIT_VALUE" val="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1415_20*f*1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DEFAULT_FONT" val="12;14;2"/>
  <p:tag name="KSO_WM_UNIT_BLOCK" val="0"/>
  <p:tag name="KSO_WM_UNIT_DEC_AREA_ID" val="5344e2a674354d009a77b4ed4fc42ef5"/>
  <p:tag name="KSO_WM_UNIT_SUBTYPE" val="a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13a7ddfb8f854d6389082eaece785bea"/>
  <p:tag name="KSO_WM_UNIT_TEXT_FILL_FORE_SCHEMECOLOR_INDEX_BRIGHTNESS" val="0"/>
  <p:tag name="KSO_WM_UNIT_TEXT_FILL_FORE_SCHEMECOLOR_INDEX" val="14"/>
  <p:tag name="KSO_WM_UNIT_TEXT_FILL_TYPE" val="1"/>
</p:tagLst>
</file>

<file path=ppt/tags/tag1067.xml><?xml version="1.0" encoding="utf-8"?>
<p:tagLst xmlns:p="http://schemas.openxmlformats.org/presentationml/2006/main">
  <p:tag name="KSO_WM_UNIT_SUBTYPE" val="b"/>
  <p:tag name="KSO_WM_UNIT_PRESET_TEXT" val="演讲人姓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21415_20*f*3"/>
  <p:tag name="KSO_WM_TEMPLATE_CATEGORY" val="custom"/>
  <p:tag name="KSO_WM_TEMPLATE_INDEX" val="20221415"/>
  <p:tag name="KSO_WM_UNIT_LAYERLEVEL" val="1"/>
  <p:tag name="KSO_WM_TAG_VERSION" val="1.0"/>
  <p:tag name="KSO_WM_BEAUTIFY_FLAG" val="#wm#"/>
  <p:tag name="KSO_WM_UNIT_VALUE" val="24"/>
  <p:tag name="KSO_WM_UNIT_BLOCK" val="0"/>
  <p:tag name="KSO_WM_UNIT_DEC_AREA_ID" val="890d074567a54fb2a3e9dc9c87508970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13a7ddfb8f854d6389082eaece785bea"/>
  <p:tag name="KSO_WM_UNIT_TEXT_FILL_FORE_SCHEMECOLOR_INDEX_BRIGHTNESS" val="0"/>
  <p:tag name="KSO_WM_UNIT_TEXT_FILL_FORE_SCHEMECOLOR_INDEX" val="14"/>
  <p:tag name="KSO_WM_UNIT_TEXT_FILL_TYPE" val="1"/>
</p:tagLst>
</file>

<file path=ppt/tags/tag1068.xml><?xml version="1.0" encoding="utf-8"?>
<p:tagLst xmlns:p="http://schemas.openxmlformats.org/presentationml/2006/main">
  <p:tag name="KSO_WM_SLIDE_CONTENT_ORIENTATION" val="right"/>
  <p:tag name="KSO_WM_SLIDE_HAS_MASK" val="1"/>
  <p:tag name="KSO_WM_SLIDE_ITEM_CNT" val="0"/>
  <p:tag name="KSO_WM_SLIDE_TYPE" val="endPage"/>
  <p:tag name="KSO_WM_TEMPLATE_SUBCATEGORY" val="21"/>
  <p:tag name="KSO_WM_BEAUTIFY_FLAG" val="#wm#"/>
  <p:tag name="KSO_WM_TEMPLATE_SLIDE_ID" val="slide_1063af8cf8ca2a89"/>
  <p:tag name="KSO_WM_TEMPLATE_INDEX" val="20221415"/>
  <p:tag name="KSO_WM_TEMPLATE_CATEGORY" val="custom"/>
  <p:tag name="KSO_WM_SLIDE_INDEX" val="20"/>
  <p:tag name="KSO_WM_SLIDE_ID" val="custom20221415_20"/>
  <p:tag name="KSO_WM_TEMPLATE_MASTER_TYPE" val="1"/>
  <p:tag name="KSO_WM_SLIDE_LAYOUT" val="a_b_f"/>
  <p:tag name="KSO_WM_SLIDE_LAYOUT_CNT" val="1_1_3"/>
  <p:tag name="KSO_WM_TAG_VERSION" val="1.0"/>
  <p:tag name="KSO_WM_TEMPLATE_COLOR_TYPE" val="1"/>
  <p:tag name="KSO_WM_SLIDE_SUBTYPE" val="pureTxt"/>
  <p:tag name="KSO_WM_TEMPLATE_THUMBS_INDEX" val="1、4、7、12、13、14、15、16、17、18、20、24、25、28、33、36、40、43、44"/>
  <p:tag name="KSO_WM_CHIP_INFOS" val="{&quot;type&quot;:0,&quot;layout_type&quot;:&quot;1_NF_LC_1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itle&quot;,&quot;sectionTitle&quot;,&quot;contents&quot;,&quot;endPage&quot;],&quot;useType&quot;:[&quot;ppt&quot;]}"/>
  <p:tag name="KSO_WM_CHIP_XID" val="6142e2231e630cfd8f113659"/>
  <p:tag name="KSO_WM_CHIP_FILLPROP" val="[[{&quot;text_align&quot;:&quot;lm&quot;,&quot;text_direction&quot;:&quot;horizontal&quot;,&quot;support_big_font&quot;:false,&quot;picture_toward&quot;:0,&quot;picture_dockside&quot;:[],&quot;fill_id&quot;:&quot;7dab1b9380bc424c807bde094eb54ec4&quot;,&quot;fill_align&quot;:&quot;lm&quot;,&quot;chip_types&quot;:[&quot;diagram&quot;,&quot;header&quot;]}]]"/>
  <p:tag name="KSO_WM_CHIP_DECFILLPROP" val="[]"/>
  <p:tag name="KSO_WM_CHIP_GROUPID" val="6142e2231e630cfd8f113658"/>
  <p:tag name="KSO_WM_SLIDE_LAYOUT_INFO" val="{&quot;id&quot;:&quot;2021-12-24T10:49:45&quot;,&quot;margin&quot;:{&quot;bottom&quot;:4.6981425285339355,&quot;left&quot;:1.1306527853012085,&quot;right&quot;:15.308792114257812,&quot;top&quot;:5.544774055480957},&quot;type&quot;:0}"/>
  <p:tag name="KSO_WM_SLIDE_BK_DARK_LIGHT" val="2"/>
  <p:tag name="KSO_WM_SLIDE_BACKGROUND_TYPE" val="general"/>
  <p:tag name="KSO_WM_SLIDE_SUPPORT_FEATURE_TYPE" val="0"/>
  <p:tag name="KSO_WM_CHIP_COLORING" val="3"/>
  <p:tag name="KSO_WM_TEMPLATE_ASSEMBLE_XID" val="61c535448a446f1b30ebd9ba"/>
  <p:tag name="KSO_WM_TEMPLATE_ASSEMBLE_GROUPID" val="61b99f67c9524cd5e8be1403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51C1C"/>
      </a:dk2>
      <a:lt2>
        <a:srgbClr val="1C2928"/>
      </a:lt2>
      <a:accent1>
        <a:srgbClr val="71E4E0"/>
      </a:accent1>
      <a:accent2>
        <a:srgbClr val="29D9F8"/>
      </a:accent2>
      <a:accent3>
        <a:srgbClr val="00CAFF"/>
      </a:accent3>
      <a:accent4>
        <a:srgbClr val="61B4FF"/>
      </a:accent4>
      <a:accent5>
        <a:srgbClr val="AB96FF"/>
      </a:accent5>
      <a:accent6>
        <a:srgbClr val="E370DE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151C1C"/>
      </a:dk2>
      <a:lt2>
        <a:srgbClr val="1C2928"/>
      </a:lt2>
      <a:accent1>
        <a:srgbClr val="71E4E0"/>
      </a:accent1>
      <a:accent2>
        <a:srgbClr val="29D9F8"/>
      </a:accent2>
      <a:accent3>
        <a:srgbClr val="00CAFF"/>
      </a:accent3>
      <a:accent4>
        <a:srgbClr val="61B4FF"/>
      </a:accent4>
      <a:accent5>
        <a:srgbClr val="AB96FF"/>
      </a:accent5>
      <a:accent6>
        <a:srgbClr val="E370DE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5860</Words>
  <Application>WPS 演示</Application>
  <PresentationFormat>宽屏</PresentationFormat>
  <Paragraphs>955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40" baseType="lpstr">
      <vt:lpstr>Arial</vt:lpstr>
      <vt:lpstr>宋体</vt:lpstr>
      <vt:lpstr>Wingdings</vt:lpstr>
      <vt:lpstr>MiSans</vt:lpstr>
      <vt:lpstr>MiSans Bold</vt:lpstr>
      <vt:lpstr>微软雅黑</vt:lpstr>
      <vt:lpstr>Arial Unicode MS</vt:lpstr>
      <vt:lpstr>Calibri Light</vt:lpstr>
      <vt:lpstr>Calibri</vt:lpstr>
      <vt:lpstr>汉仪雅酷黑 55W</vt:lpstr>
      <vt:lpstr>黑体</vt:lpstr>
      <vt:lpstr>汉仪雅酷黑 95W</vt:lpstr>
      <vt:lpstr>Arial Black</vt:lpstr>
      <vt:lpstr>Segoe UI</vt:lpstr>
      <vt:lpstr>Wingdings</vt:lpstr>
      <vt:lpstr>WPS</vt:lpstr>
      <vt:lpstr>1_Office 主题​​</vt:lpstr>
      <vt:lpstr>3_Office 主题​​</vt:lpstr>
      <vt:lpstr>AlgoPilot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AlgoPilot</dc:title>
  <dc:creator/>
  <cp:lastModifiedBy>f料只对侥呢</cp:lastModifiedBy>
  <cp:revision>2</cp:revision>
  <dcterms:created xsi:type="dcterms:W3CDTF">2026-06-25T00:18:28Z</dcterms:created>
  <dcterms:modified xsi:type="dcterms:W3CDTF">2026-06-25T00:19:02Z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2052-12.1.0.22525</vt:lpwstr>
  </property>
  <property fmtid="{D5CDD505-2E9C-101B-9397-08002B2CF9AE}" pid="3" name="ICV">
    <vt:lpwstr>138CCD8BED5E4A548AFF4CC3A63AB0D7_13</vt:lpwstr>
  </property>
  <property fmtid="{D5CDD505-2E9C-101B-9397-08002B2CF9AE}" pid="4" name="KSOTemplateUUID">
    <vt:lpwstr>v1.0_ai_69796631056</vt:lpwstr>
  </property>
</Properties>
</file>